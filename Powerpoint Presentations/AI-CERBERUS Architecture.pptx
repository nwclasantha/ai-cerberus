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Hedvig Letters Sans" panose="020B0604020202020204" charset="0"/>
      <p:regular r:id="rId14"/>
    </p:embeddedFont>
    <p:embeddedFont>
      <p:font typeface="Quattrocento Sans" panose="020B0502050000020003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0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01d6cadb273ddb8ec7096b3b8c7d18f4b65f20d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" y="0"/>
                </a:moveTo>
                <a:lnTo>
                  <a:pt x="685800" y="0"/>
                </a:lnTo>
                <a:cubicBezTo>
                  <a:pt x="727856" y="0"/>
                  <a:pt x="762000" y="34144"/>
                  <a:pt x="762000" y="76200"/>
                </a:cubicBezTo>
                <a:lnTo>
                  <a:pt x="762000" y="685800"/>
                </a:lnTo>
                <a:cubicBezTo>
                  <a:pt x="762000" y="727856"/>
                  <a:pt x="727856" y="762000"/>
                  <a:pt x="685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5F677D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33400" y="53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6278" y="2590"/>
                </a:moveTo>
                <a:cubicBezTo>
                  <a:pt x="222528" y="893"/>
                  <a:pt x="218509" y="0"/>
                  <a:pt x="214313" y="0"/>
                </a:cubicBezTo>
                <a:cubicBezTo>
                  <a:pt x="210116" y="0"/>
                  <a:pt x="206097" y="893"/>
                  <a:pt x="202347" y="2590"/>
                </a:cubicBezTo>
                <a:lnTo>
                  <a:pt x="34201" y="73938"/>
                </a:lnTo>
                <a:cubicBezTo>
                  <a:pt x="14555" y="82242"/>
                  <a:pt x="-89" y="101620"/>
                  <a:pt x="0" y="125016"/>
                </a:cubicBezTo>
                <a:cubicBezTo>
                  <a:pt x="446" y="213598"/>
                  <a:pt x="36880" y="375672"/>
                  <a:pt x="190738" y="449342"/>
                </a:cubicBezTo>
                <a:cubicBezTo>
                  <a:pt x="205651" y="456486"/>
                  <a:pt x="222974" y="456486"/>
                  <a:pt x="237887" y="449342"/>
                </a:cubicBezTo>
                <a:cubicBezTo>
                  <a:pt x="391835" y="375672"/>
                  <a:pt x="428268" y="213598"/>
                  <a:pt x="428625" y="125016"/>
                </a:cubicBezTo>
                <a:cubicBezTo>
                  <a:pt x="428714" y="101620"/>
                  <a:pt x="414070" y="82242"/>
                  <a:pt x="394424" y="73938"/>
                </a:cubicBezTo>
                <a:lnTo>
                  <a:pt x="226278" y="2590"/>
                </a:lnTo>
                <a:close/>
                <a:moveTo>
                  <a:pt x="214313" y="114300"/>
                </a:moveTo>
                <a:cubicBezTo>
                  <a:pt x="226189" y="114300"/>
                  <a:pt x="235744" y="123855"/>
                  <a:pt x="235744" y="135731"/>
                </a:cubicBezTo>
                <a:cubicBezTo>
                  <a:pt x="235744" y="156180"/>
                  <a:pt x="260479" y="166449"/>
                  <a:pt x="274945" y="151983"/>
                </a:cubicBezTo>
                <a:cubicBezTo>
                  <a:pt x="283339" y="143589"/>
                  <a:pt x="296912" y="143589"/>
                  <a:pt x="305217" y="151983"/>
                </a:cubicBezTo>
                <a:cubicBezTo>
                  <a:pt x="313521" y="160377"/>
                  <a:pt x="313611" y="173950"/>
                  <a:pt x="305217" y="182255"/>
                </a:cubicBezTo>
                <a:cubicBezTo>
                  <a:pt x="290751" y="196721"/>
                  <a:pt x="301020" y="221456"/>
                  <a:pt x="321469" y="221456"/>
                </a:cubicBezTo>
                <a:cubicBezTo>
                  <a:pt x="333345" y="221456"/>
                  <a:pt x="342900" y="231011"/>
                  <a:pt x="342900" y="242888"/>
                </a:cubicBezTo>
                <a:cubicBezTo>
                  <a:pt x="342900" y="254764"/>
                  <a:pt x="333345" y="264319"/>
                  <a:pt x="321469" y="264319"/>
                </a:cubicBezTo>
                <a:cubicBezTo>
                  <a:pt x="301020" y="264319"/>
                  <a:pt x="290751" y="289054"/>
                  <a:pt x="305217" y="303520"/>
                </a:cubicBezTo>
                <a:cubicBezTo>
                  <a:pt x="313611" y="311914"/>
                  <a:pt x="313611" y="325487"/>
                  <a:pt x="305217" y="333792"/>
                </a:cubicBezTo>
                <a:cubicBezTo>
                  <a:pt x="296823" y="342096"/>
                  <a:pt x="283250" y="342186"/>
                  <a:pt x="274945" y="333792"/>
                </a:cubicBezTo>
                <a:cubicBezTo>
                  <a:pt x="260479" y="319326"/>
                  <a:pt x="235744" y="329595"/>
                  <a:pt x="235744" y="350044"/>
                </a:cubicBezTo>
                <a:cubicBezTo>
                  <a:pt x="235744" y="361920"/>
                  <a:pt x="226189" y="371475"/>
                  <a:pt x="214313" y="371475"/>
                </a:cubicBezTo>
                <a:cubicBezTo>
                  <a:pt x="202436" y="371475"/>
                  <a:pt x="192881" y="361920"/>
                  <a:pt x="192881" y="350044"/>
                </a:cubicBezTo>
                <a:cubicBezTo>
                  <a:pt x="192881" y="329595"/>
                  <a:pt x="168146" y="319326"/>
                  <a:pt x="153680" y="333792"/>
                </a:cubicBezTo>
                <a:cubicBezTo>
                  <a:pt x="145286" y="342186"/>
                  <a:pt x="131713" y="342186"/>
                  <a:pt x="123408" y="333792"/>
                </a:cubicBezTo>
                <a:cubicBezTo>
                  <a:pt x="115104" y="325398"/>
                  <a:pt x="115014" y="311825"/>
                  <a:pt x="123408" y="303520"/>
                </a:cubicBezTo>
                <a:cubicBezTo>
                  <a:pt x="137874" y="289054"/>
                  <a:pt x="127605" y="264319"/>
                  <a:pt x="107156" y="264319"/>
                </a:cubicBezTo>
                <a:cubicBezTo>
                  <a:pt x="95280" y="264319"/>
                  <a:pt x="85725" y="254764"/>
                  <a:pt x="85725" y="242888"/>
                </a:cubicBezTo>
                <a:cubicBezTo>
                  <a:pt x="85725" y="231011"/>
                  <a:pt x="95280" y="221456"/>
                  <a:pt x="107156" y="221456"/>
                </a:cubicBezTo>
                <a:cubicBezTo>
                  <a:pt x="127605" y="221456"/>
                  <a:pt x="137874" y="196721"/>
                  <a:pt x="123408" y="182255"/>
                </a:cubicBezTo>
                <a:cubicBezTo>
                  <a:pt x="115014" y="173861"/>
                  <a:pt x="115014" y="160288"/>
                  <a:pt x="123408" y="151983"/>
                </a:cubicBezTo>
                <a:cubicBezTo>
                  <a:pt x="131802" y="143679"/>
                  <a:pt x="145375" y="143589"/>
                  <a:pt x="153680" y="151983"/>
                </a:cubicBezTo>
                <a:cubicBezTo>
                  <a:pt x="168146" y="166449"/>
                  <a:pt x="192881" y="156180"/>
                  <a:pt x="192881" y="135731"/>
                </a:cubicBezTo>
                <a:cubicBezTo>
                  <a:pt x="192881" y="123855"/>
                  <a:pt x="202436" y="114300"/>
                  <a:pt x="214313" y="114300"/>
                </a:cubicBezTo>
                <a:close/>
                <a:moveTo>
                  <a:pt x="185738" y="235744"/>
                </a:moveTo>
                <a:cubicBezTo>
                  <a:pt x="197566" y="235744"/>
                  <a:pt x="207169" y="226141"/>
                  <a:pt x="207169" y="214313"/>
                </a:cubicBezTo>
                <a:cubicBezTo>
                  <a:pt x="207169" y="202484"/>
                  <a:pt x="197566" y="192881"/>
                  <a:pt x="185738" y="192881"/>
                </a:cubicBezTo>
                <a:cubicBezTo>
                  <a:pt x="173909" y="192881"/>
                  <a:pt x="164306" y="202484"/>
                  <a:pt x="164306" y="214313"/>
                </a:cubicBezTo>
                <a:cubicBezTo>
                  <a:pt x="164306" y="226141"/>
                  <a:pt x="173909" y="235744"/>
                  <a:pt x="185738" y="235744"/>
                </a:cubicBezTo>
                <a:close/>
                <a:moveTo>
                  <a:pt x="264319" y="271463"/>
                </a:moveTo>
                <a:cubicBezTo>
                  <a:pt x="264319" y="259634"/>
                  <a:pt x="254716" y="250031"/>
                  <a:pt x="242888" y="250031"/>
                </a:cubicBezTo>
                <a:cubicBezTo>
                  <a:pt x="231059" y="250031"/>
                  <a:pt x="221456" y="259634"/>
                  <a:pt x="221456" y="271463"/>
                </a:cubicBezTo>
                <a:cubicBezTo>
                  <a:pt x="221456" y="283291"/>
                  <a:pt x="231059" y="292894"/>
                  <a:pt x="242888" y="292894"/>
                </a:cubicBezTo>
                <a:cubicBezTo>
                  <a:pt x="254716" y="292894"/>
                  <a:pt x="264319" y="283291"/>
                  <a:pt x="264319" y="271463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295400" y="4572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0">
                <a:srgbClr val="FFFF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485900" y="495300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405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Threat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85900" y="80010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Multi-Engine Analysis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262188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AI-CERBERUS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3481388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828800" y="3328988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3938588"/>
            <a:ext cx="8648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seven-layer malware detection and analysis platform featuring </a:t>
            </a:r>
            <a:r>
              <a:rPr lang="en-US" sz="18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multi-engine threat detection</a:t>
            </a:r>
            <a:r>
              <a:rPr lang="en-US" sz="18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8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r>
              <a:rPr lang="en-US" sz="18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8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analysis capabilities</a:t>
            </a:r>
            <a:r>
              <a:rPr lang="en-US" sz="18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9575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81050" y="61912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7-Layer Architecture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63560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5F677D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258860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630335" y="61912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Triple-Detection Engine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42516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5F677D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309241" y="6210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709291" y="61912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&amp; Extensible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889386"/>
            <a:ext cx="1154348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Seven-Layer Hierarchical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9106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00B2D4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9106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55866" y="1445252"/>
            <a:ext cx="416900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12072" y="150083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7793" y="13897"/>
                </a:moveTo>
                <a:cubicBezTo>
                  <a:pt x="12464" y="13897"/>
                  <a:pt x="0" y="26360"/>
                  <a:pt x="0" y="41690"/>
                </a:cubicBezTo>
                <a:lnTo>
                  <a:pt x="0" y="152863"/>
                </a:lnTo>
                <a:cubicBezTo>
                  <a:pt x="0" y="168193"/>
                  <a:pt x="12464" y="180657"/>
                  <a:pt x="27793" y="180657"/>
                </a:cubicBezTo>
                <a:lnTo>
                  <a:pt x="90328" y="180657"/>
                </a:lnTo>
                <a:lnTo>
                  <a:pt x="83380" y="201502"/>
                </a:lnTo>
                <a:lnTo>
                  <a:pt x="52112" y="201502"/>
                </a:lnTo>
                <a:cubicBezTo>
                  <a:pt x="46337" y="201502"/>
                  <a:pt x="41690" y="206148"/>
                  <a:pt x="41690" y="211924"/>
                </a:cubicBezTo>
                <a:cubicBezTo>
                  <a:pt x="41690" y="217700"/>
                  <a:pt x="46337" y="222347"/>
                  <a:pt x="52112" y="222347"/>
                </a:cubicBezTo>
                <a:lnTo>
                  <a:pt x="170234" y="222347"/>
                </a:lnTo>
                <a:cubicBezTo>
                  <a:pt x="176010" y="222347"/>
                  <a:pt x="180657" y="217700"/>
                  <a:pt x="180657" y="211924"/>
                </a:cubicBezTo>
                <a:cubicBezTo>
                  <a:pt x="180657" y="206148"/>
                  <a:pt x="176010" y="201502"/>
                  <a:pt x="170234" y="201502"/>
                </a:cubicBezTo>
                <a:lnTo>
                  <a:pt x="138967" y="201502"/>
                </a:lnTo>
                <a:lnTo>
                  <a:pt x="132018" y="180657"/>
                </a:lnTo>
                <a:lnTo>
                  <a:pt x="194553" y="180657"/>
                </a:lnTo>
                <a:cubicBezTo>
                  <a:pt x="209883" y="180657"/>
                  <a:pt x="222347" y="168193"/>
                  <a:pt x="222347" y="152863"/>
                </a:cubicBezTo>
                <a:lnTo>
                  <a:pt x="222347" y="41690"/>
                </a:lnTo>
                <a:cubicBezTo>
                  <a:pt x="222347" y="26360"/>
                  <a:pt x="209883" y="13897"/>
                  <a:pt x="194553" y="13897"/>
                </a:cubicBezTo>
                <a:lnTo>
                  <a:pt x="27793" y="13897"/>
                </a:lnTo>
                <a:close/>
                <a:moveTo>
                  <a:pt x="41690" y="41690"/>
                </a:moveTo>
                <a:lnTo>
                  <a:pt x="180657" y="41690"/>
                </a:lnTo>
                <a:cubicBezTo>
                  <a:pt x="188343" y="41690"/>
                  <a:pt x="194553" y="47900"/>
                  <a:pt x="194553" y="55587"/>
                </a:cubicBezTo>
                <a:lnTo>
                  <a:pt x="194553" y="125070"/>
                </a:lnTo>
                <a:cubicBezTo>
                  <a:pt x="194553" y="132756"/>
                  <a:pt x="188343" y="138967"/>
                  <a:pt x="180657" y="138967"/>
                </a:cubicBezTo>
                <a:lnTo>
                  <a:pt x="41690" y="138967"/>
                </a:lnTo>
                <a:cubicBezTo>
                  <a:pt x="34003" y="138967"/>
                  <a:pt x="27793" y="132756"/>
                  <a:pt x="27793" y="125070"/>
                </a:cubicBezTo>
                <a:lnTo>
                  <a:pt x="27793" y="55587"/>
                </a:lnTo>
                <a:cubicBezTo>
                  <a:pt x="27793" y="47900"/>
                  <a:pt x="34003" y="41690"/>
                  <a:pt x="41690" y="4169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55866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5866" y="2223465"/>
            <a:ext cx="1278492" cy="183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 built with PyQt6, providing intuitive interaction across 11 specialized views with customizable themes and responsive 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866" y="5113970"/>
            <a:ext cx="491015" cy="259404"/>
          </a:xfrm>
          <a:custGeom>
            <a:avLst/>
            <a:gdLst/>
            <a:ahLst/>
            <a:cxnLst/>
            <a:rect l="l" t="t" r="r" b="b"/>
            <a:pathLst>
              <a:path w="491015" h="259404">
                <a:moveTo>
                  <a:pt x="37058" y="0"/>
                </a:moveTo>
                <a:lnTo>
                  <a:pt x="453957" y="0"/>
                </a:lnTo>
                <a:cubicBezTo>
                  <a:pt x="474424" y="0"/>
                  <a:pt x="491015" y="16592"/>
                  <a:pt x="491015" y="37058"/>
                </a:cubicBezTo>
                <a:lnTo>
                  <a:pt x="491015" y="222346"/>
                </a:lnTo>
                <a:cubicBezTo>
                  <a:pt x="491015" y="242813"/>
                  <a:pt x="474424" y="259404"/>
                  <a:pt x="453957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55866" y="5113970"/>
            <a:ext cx="555866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4703" y="5113970"/>
            <a:ext cx="602188" cy="259404"/>
          </a:xfrm>
          <a:custGeom>
            <a:avLst/>
            <a:gdLst/>
            <a:ahLst/>
            <a:cxnLst/>
            <a:rect l="l" t="t" r="r" b="b"/>
            <a:pathLst>
              <a:path w="602188" h="259404">
                <a:moveTo>
                  <a:pt x="37058" y="0"/>
                </a:moveTo>
                <a:lnTo>
                  <a:pt x="565130" y="0"/>
                </a:lnTo>
                <a:cubicBezTo>
                  <a:pt x="585597" y="0"/>
                  <a:pt x="602188" y="16592"/>
                  <a:pt x="602188" y="37058"/>
                </a:cubicBezTo>
                <a:lnTo>
                  <a:pt x="602188" y="222346"/>
                </a:lnTo>
                <a:cubicBezTo>
                  <a:pt x="602188" y="242813"/>
                  <a:pt x="585597" y="259404"/>
                  <a:pt x="565130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24703" y="5113970"/>
            <a:ext cx="667040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Views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866" y="5447489"/>
            <a:ext cx="824535" cy="259404"/>
          </a:xfrm>
          <a:custGeom>
            <a:avLst/>
            <a:gdLst/>
            <a:ahLst/>
            <a:cxnLst/>
            <a:rect l="l" t="t" r="r" b="b"/>
            <a:pathLst>
              <a:path w="824535" h="259404">
                <a:moveTo>
                  <a:pt x="37058" y="0"/>
                </a:moveTo>
                <a:lnTo>
                  <a:pt x="787476" y="0"/>
                </a:lnTo>
                <a:cubicBezTo>
                  <a:pt x="807943" y="0"/>
                  <a:pt x="824535" y="16592"/>
                  <a:pt x="824535" y="37058"/>
                </a:cubicBezTo>
                <a:lnTo>
                  <a:pt x="824535" y="222346"/>
                </a:lnTo>
                <a:cubicBezTo>
                  <a:pt x="824535" y="242813"/>
                  <a:pt x="807943" y="259404"/>
                  <a:pt x="787476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55866" y="5447489"/>
            <a:ext cx="889386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Theme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40145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4350">
                  <a:alpha val="40000"/>
                </a:srgbClr>
              </a:gs>
              <a:gs pos="100000">
                <a:srgbClr val="3D4350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040145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D43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206905" y="1445252"/>
            <a:ext cx="453957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35433" y="1500839"/>
            <a:ext cx="277933" cy="222347"/>
          </a:xfrm>
          <a:custGeom>
            <a:avLst/>
            <a:gdLst/>
            <a:ahLst/>
            <a:cxnLst/>
            <a:rect l="l" t="t" r="r" b="b"/>
            <a:pathLst>
              <a:path w="277933" h="222347">
                <a:moveTo>
                  <a:pt x="194553" y="27793"/>
                </a:moveTo>
                <a:cubicBezTo>
                  <a:pt x="240586" y="27793"/>
                  <a:pt x="277933" y="65141"/>
                  <a:pt x="277933" y="111173"/>
                </a:cubicBezTo>
                <a:cubicBezTo>
                  <a:pt x="277933" y="157206"/>
                  <a:pt x="240586" y="194553"/>
                  <a:pt x="194553" y="194553"/>
                </a:cubicBezTo>
                <a:lnTo>
                  <a:pt x="83380" y="194553"/>
                </a:lnTo>
                <a:cubicBezTo>
                  <a:pt x="37347" y="194553"/>
                  <a:pt x="0" y="157206"/>
                  <a:pt x="0" y="111173"/>
                </a:cubicBezTo>
                <a:cubicBezTo>
                  <a:pt x="0" y="65141"/>
                  <a:pt x="37347" y="27793"/>
                  <a:pt x="83380" y="27793"/>
                </a:cubicBezTo>
                <a:lnTo>
                  <a:pt x="194553" y="27793"/>
                </a:lnTo>
                <a:close/>
                <a:moveTo>
                  <a:pt x="83380" y="76432"/>
                </a:moveTo>
                <a:cubicBezTo>
                  <a:pt x="77604" y="76432"/>
                  <a:pt x="72957" y="81078"/>
                  <a:pt x="72957" y="86854"/>
                </a:cubicBezTo>
                <a:lnTo>
                  <a:pt x="72957" y="100751"/>
                </a:lnTo>
                <a:lnTo>
                  <a:pt x="59061" y="100751"/>
                </a:lnTo>
                <a:cubicBezTo>
                  <a:pt x="53285" y="100751"/>
                  <a:pt x="48638" y="105397"/>
                  <a:pt x="48638" y="111173"/>
                </a:cubicBezTo>
                <a:cubicBezTo>
                  <a:pt x="48638" y="116949"/>
                  <a:pt x="53285" y="121596"/>
                  <a:pt x="59061" y="121596"/>
                </a:cubicBezTo>
                <a:lnTo>
                  <a:pt x="72957" y="121596"/>
                </a:lnTo>
                <a:lnTo>
                  <a:pt x="72957" y="135492"/>
                </a:lnTo>
                <a:cubicBezTo>
                  <a:pt x="72957" y="141268"/>
                  <a:pt x="77604" y="145915"/>
                  <a:pt x="83380" y="145915"/>
                </a:cubicBezTo>
                <a:cubicBezTo>
                  <a:pt x="89156" y="145915"/>
                  <a:pt x="93802" y="141268"/>
                  <a:pt x="93802" y="135492"/>
                </a:cubicBezTo>
                <a:lnTo>
                  <a:pt x="93802" y="121596"/>
                </a:lnTo>
                <a:lnTo>
                  <a:pt x="107699" y="121596"/>
                </a:lnTo>
                <a:cubicBezTo>
                  <a:pt x="113475" y="121596"/>
                  <a:pt x="118122" y="116949"/>
                  <a:pt x="118122" y="111173"/>
                </a:cubicBezTo>
                <a:cubicBezTo>
                  <a:pt x="118122" y="105397"/>
                  <a:pt x="113475" y="100751"/>
                  <a:pt x="107699" y="100751"/>
                </a:cubicBezTo>
                <a:lnTo>
                  <a:pt x="93802" y="100751"/>
                </a:lnTo>
                <a:lnTo>
                  <a:pt x="93802" y="86854"/>
                </a:lnTo>
                <a:cubicBezTo>
                  <a:pt x="93802" y="81078"/>
                  <a:pt x="89156" y="76432"/>
                  <a:pt x="83380" y="76432"/>
                </a:cubicBezTo>
                <a:close/>
                <a:moveTo>
                  <a:pt x="187605" y="118122"/>
                </a:moveTo>
                <a:cubicBezTo>
                  <a:pt x="179935" y="118122"/>
                  <a:pt x="173708" y="124348"/>
                  <a:pt x="173708" y="132018"/>
                </a:cubicBezTo>
                <a:cubicBezTo>
                  <a:pt x="173708" y="139688"/>
                  <a:pt x="179935" y="145915"/>
                  <a:pt x="187605" y="145915"/>
                </a:cubicBezTo>
                <a:cubicBezTo>
                  <a:pt x="195275" y="145915"/>
                  <a:pt x="201502" y="139688"/>
                  <a:pt x="201502" y="132018"/>
                </a:cubicBezTo>
                <a:cubicBezTo>
                  <a:pt x="201502" y="124348"/>
                  <a:pt x="195275" y="118122"/>
                  <a:pt x="187605" y="118122"/>
                </a:cubicBezTo>
                <a:close/>
                <a:moveTo>
                  <a:pt x="215398" y="76432"/>
                </a:moveTo>
                <a:cubicBezTo>
                  <a:pt x="207728" y="76432"/>
                  <a:pt x="201502" y="82658"/>
                  <a:pt x="201502" y="90328"/>
                </a:cubicBezTo>
                <a:cubicBezTo>
                  <a:pt x="201502" y="97998"/>
                  <a:pt x="207728" y="104225"/>
                  <a:pt x="215398" y="104225"/>
                </a:cubicBezTo>
                <a:cubicBezTo>
                  <a:pt x="223068" y="104225"/>
                  <a:pt x="229295" y="97998"/>
                  <a:pt x="229295" y="90328"/>
                </a:cubicBezTo>
                <a:cubicBezTo>
                  <a:pt x="229295" y="82658"/>
                  <a:pt x="223068" y="76432"/>
                  <a:pt x="215398" y="76432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206905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06905" y="2223465"/>
            <a:ext cx="1278492" cy="2445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MainWindow orchestrating analysis workflows, managing background threading, coordinating signals/slots, and handling batch processing operations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06905" y="4780450"/>
            <a:ext cx="917179" cy="259404"/>
          </a:xfrm>
          <a:custGeom>
            <a:avLst/>
            <a:gdLst/>
            <a:ahLst/>
            <a:cxnLst/>
            <a:rect l="l" t="t" r="r" b="b"/>
            <a:pathLst>
              <a:path w="917179" h="259404">
                <a:moveTo>
                  <a:pt x="37058" y="0"/>
                </a:moveTo>
                <a:lnTo>
                  <a:pt x="880121" y="0"/>
                </a:lnTo>
                <a:cubicBezTo>
                  <a:pt x="900588" y="0"/>
                  <a:pt x="917179" y="16592"/>
                  <a:pt x="917179" y="37058"/>
                </a:cubicBezTo>
                <a:lnTo>
                  <a:pt x="917179" y="222346"/>
                </a:lnTo>
                <a:cubicBezTo>
                  <a:pt x="917179" y="242813"/>
                  <a:pt x="900588" y="259404"/>
                  <a:pt x="880121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206905" y="4780450"/>
            <a:ext cx="982030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06905" y="5113970"/>
            <a:ext cx="704097" cy="259404"/>
          </a:xfrm>
          <a:custGeom>
            <a:avLst/>
            <a:gdLst/>
            <a:ahLst/>
            <a:cxnLst/>
            <a:rect l="l" t="t" r="r" b="b"/>
            <a:pathLst>
              <a:path w="704097" h="259404">
                <a:moveTo>
                  <a:pt x="37058" y="0"/>
                </a:moveTo>
                <a:lnTo>
                  <a:pt x="667039" y="0"/>
                </a:lnTo>
                <a:cubicBezTo>
                  <a:pt x="687506" y="0"/>
                  <a:pt x="704097" y="16592"/>
                  <a:pt x="704097" y="37058"/>
                </a:cubicBezTo>
                <a:lnTo>
                  <a:pt x="704097" y="222346"/>
                </a:lnTo>
                <a:cubicBezTo>
                  <a:pt x="704097" y="242813"/>
                  <a:pt x="687506" y="259404"/>
                  <a:pt x="667039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206905" y="5113970"/>
            <a:ext cx="768948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06905" y="5447489"/>
            <a:ext cx="565131" cy="259404"/>
          </a:xfrm>
          <a:custGeom>
            <a:avLst/>
            <a:gdLst/>
            <a:ahLst/>
            <a:cxnLst/>
            <a:rect l="l" t="t" r="r" b="b"/>
            <a:pathLst>
              <a:path w="565131" h="259404">
                <a:moveTo>
                  <a:pt x="37058" y="0"/>
                </a:moveTo>
                <a:lnTo>
                  <a:pt x="528072" y="0"/>
                </a:lnTo>
                <a:cubicBezTo>
                  <a:pt x="548539" y="0"/>
                  <a:pt x="565131" y="16592"/>
                  <a:pt x="565131" y="37058"/>
                </a:cubicBezTo>
                <a:lnTo>
                  <a:pt x="565131" y="222346"/>
                </a:lnTo>
                <a:cubicBezTo>
                  <a:pt x="565131" y="242813"/>
                  <a:pt x="548539" y="259404"/>
                  <a:pt x="528072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206905" y="5447489"/>
            <a:ext cx="629982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91299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30000"/>
                </a:srgbClr>
              </a:gs>
              <a:gs pos="100000">
                <a:srgbClr val="00B2D4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691299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858059" y="1445252"/>
            <a:ext cx="463222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14381" y="150083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2112" y="24319"/>
                </a:moveTo>
                <a:cubicBezTo>
                  <a:pt x="52112" y="10900"/>
                  <a:pt x="63013" y="0"/>
                  <a:pt x="76432" y="0"/>
                </a:cubicBezTo>
                <a:lnTo>
                  <a:pt x="86854" y="0"/>
                </a:lnTo>
                <a:cubicBezTo>
                  <a:pt x="94541" y="0"/>
                  <a:pt x="100751" y="6210"/>
                  <a:pt x="100751" y="13897"/>
                </a:cubicBezTo>
                <a:lnTo>
                  <a:pt x="100751" y="208450"/>
                </a:lnTo>
                <a:cubicBezTo>
                  <a:pt x="100751" y="216136"/>
                  <a:pt x="94541" y="222347"/>
                  <a:pt x="86854" y="222347"/>
                </a:cubicBezTo>
                <a:lnTo>
                  <a:pt x="72957" y="222347"/>
                </a:lnTo>
                <a:cubicBezTo>
                  <a:pt x="60016" y="222347"/>
                  <a:pt x="49116" y="213487"/>
                  <a:pt x="46033" y="201502"/>
                </a:cubicBezTo>
                <a:cubicBezTo>
                  <a:pt x="45729" y="201502"/>
                  <a:pt x="45468" y="201502"/>
                  <a:pt x="45164" y="201502"/>
                </a:cubicBezTo>
                <a:cubicBezTo>
                  <a:pt x="25969" y="201502"/>
                  <a:pt x="10422" y="185955"/>
                  <a:pt x="10422" y="166760"/>
                </a:cubicBezTo>
                <a:cubicBezTo>
                  <a:pt x="10422" y="158943"/>
                  <a:pt x="13028" y="151734"/>
                  <a:pt x="17371" y="145915"/>
                </a:cubicBezTo>
                <a:cubicBezTo>
                  <a:pt x="8946" y="139575"/>
                  <a:pt x="3474" y="129499"/>
                  <a:pt x="3474" y="118122"/>
                </a:cubicBezTo>
                <a:cubicBezTo>
                  <a:pt x="3474" y="104703"/>
                  <a:pt x="11117" y="93021"/>
                  <a:pt x="22235" y="87245"/>
                </a:cubicBezTo>
                <a:cubicBezTo>
                  <a:pt x="19151" y="82034"/>
                  <a:pt x="17371" y="75954"/>
                  <a:pt x="17371" y="69483"/>
                </a:cubicBezTo>
                <a:cubicBezTo>
                  <a:pt x="17371" y="50289"/>
                  <a:pt x="32918" y="34742"/>
                  <a:pt x="52112" y="34742"/>
                </a:cubicBezTo>
                <a:lnTo>
                  <a:pt x="52112" y="24319"/>
                </a:lnTo>
                <a:close/>
                <a:moveTo>
                  <a:pt x="170234" y="24319"/>
                </a:moveTo>
                <a:lnTo>
                  <a:pt x="170234" y="34742"/>
                </a:lnTo>
                <a:cubicBezTo>
                  <a:pt x="189429" y="34742"/>
                  <a:pt x="204976" y="50289"/>
                  <a:pt x="204976" y="69483"/>
                </a:cubicBezTo>
                <a:cubicBezTo>
                  <a:pt x="204976" y="75997"/>
                  <a:pt x="203195" y="82077"/>
                  <a:pt x="200112" y="87245"/>
                </a:cubicBezTo>
                <a:cubicBezTo>
                  <a:pt x="211273" y="93021"/>
                  <a:pt x="218872" y="104659"/>
                  <a:pt x="218872" y="118122"/>
                </a:cubicBezTo>
                <a:cubicBezTo>
                  <a:pt x="218872" y="129499"/>
                  <a:pt x="213401" y="139575"/>
                  <a:pt x="204976" y="145915"/>
                </a:cubicBezTo>
                <a:cubicBezTo>
                  <a:pt x="209318" y="151734"/>
                  <a:pt x="211924" y="158943"/>
                  <a:pt x="211924" y="166760"/>
                </a:cubicBezTo>
                <a:cubicBezTo>
                  <a:pt x="211924" y="185955"/>
                  <a:pt x="196377" y="201502"/>
                  <a:pt x="177182" y="201502"/>
                </a:cubicBezTo>
                <a:cubicBezTo>
                  <a:pt x="176878" y="201502"/>
                  <a:pt x="176618" y="201502"/>
                  <a:pt x="176314" y="201502"/>
                </a:cubicBezTo>
                <a:cubicBezTo>
                  <a:pt x="173231" y="213487"/>
                  <a:pt x="162330" y="222347"/>
                  <a:pt x="149389" y="222347"/>
                </a:cubicBezTo>
                <a:lnTo>
                  <a:pt x="135492" y="222347"/>
                </a:lnTo>
                <a:cubicBezTo>
                  <a:pt x="127806" y="222347"/>
                  <a:pt x="121596" y="216136"/>
                  <a:pt x="121596" y="208450"/>
                </a:cubicBezTo>
                <a:lnTo>
                  <a:pt x="121596" y="13897"/>
                </a:lnTo>
                <a:cubicBezTo>
                  <a:pt x="121596" y="6210"/>
                  <a:pt x="127806" y="0"/>
                  <a:pt x="135492" y="0"/>
                </a:cubicBezTo>
                <a:lnTo>
                  <a:pt x="145915" y="0"/>
                </a:lnTo>
                <a:cubicBezTo>
                  <a:pt x="159334" y="0"/>
                  <a:pt x="170234" y="10900"/>
                  <a:pt x="170234" y="24319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858059" y="1889945"/>
            <a:ext cx="1297021" cy="51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Detection Engine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58059" y="2482869"/>
            <a:ext cx="1278492" cy="183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Triple-headed engine combining ML algorithms, YARA signature matching, and behavioral pattern analysis for comprehensive threat detection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8059" y="5113970"/>
            <a:ext cx="324255" cy="259404"/>
          </a:xfrm>
          <a:custGeom>
            <a:avLst/>
            <a:gdLst/>
            <a:ahLst/>
            <a:cxnLst/>
            <a:rect l="l" t="t" r="r" b="b"/>
            <a:pathLst>
              <a:path w="324255" h="259404">
                <a:moveTo>
                  <a:pt x="37058" y="0"/>
                </a:moveTo>
                <a:lnTo>
                  <a:pt x="287197" y="0"/>
                </a:lnTo>
                <a:cubicBezTo>
                  <a:pt x="307664" y="0"/>
                  <a:pt x="324255" y="16592"/>
                  <a:pt x="324255" y="37058"/>
                </a:cubicBezTo>
                <a:lnTo>
                  <a:pt x="324255" y="222346"/>
                </a:lnTo>
                <a:cubicBezTo>
                  <a:pt x="324255" y="242813"/>
                  <a:pt x="307664" y="259404"/>
                  <a:pt x="287197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858059" y="5113970"/>
            <a:ext cx="389106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52840" y="5113970"/>
            <a:ext cx="463222" cy="259404"/>
          </a:xfrm>
          <a:custGeom>
            <a:avLst/>
            <a:gdLst/>
            <a:ahLst/>
            <a:cxnLst/>
            <a:rect l="l" t="t" r="r" b="b"/>
            <a:pathLst>
              <a:path w="463222" h="259404">
                <a:moveTo>
                  <a:pt x="37058" y="0"/>
                </a:moveTo>
                <a:lnTo>
                  <a:pt x="426163" y="0"/>
                </a:lnTo>
                <a:cubicBezTo>
                  <a:pt x="446630" y="0"/>
                  <a:pt x="463222" y="16592"/>
                  <a:pt x="463222" y="37058"/>
                </a:cubicBezTo>
                <a:lnTo>
                  <a:pt x="463222" y="222346"/>
                </a:lnTo>
                <a:cubicBezTo>
                  <a:pt x="463222" y="242813"/>
                  <a:pt x="446630" y="259404"/>
                  <a:pt x="426163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252840" y="5113970"/>
            <a:ext cx="528073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8059" y="5447489"/>
            <a:ext cx="639246" cy="259404"/>
          </a:xfrm>
          <a:custGeom>
            <a:avLst/>
            <a:gdLst/>
            <a:ahLst/>
            <a:cxnLst/>
            <a:rect l="l" t="t" r="r" b="b"/>
            <a:pathLst>
              <a:path w="639246" h="259404">
                <a:moveTo>
                  <a:pt x="37058" y="0"/>
                </a:moveTo>
                <a:lnTo>
                  <a:pt x="602188" y="0"/>
                </a:lnTo>
                <a:cubicBezTo>
                  <a:pt x="622655" y="0"/>
                  <a:pt x="639246" y="16592"/>
                  <a:pt x="639246" y="37058"/>
                </a:cubicBezTo>
                <a:lnTo>
                  <a:pt x="639246" y="222346"/>
                </a:lnTo>
                <a:cubicBezTo>
                  <a:pt x="639246" y="242813"/>
                  <a:pt x="622655" y="259404"/>
                  <a:pt x="602188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858059" y="5447489"/>
            <a:ext cx="704097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42454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40000"/>
                </a:srgbClr>
              </a:gs>
              <a:gs pos="100000">
                <a:srgbClr val="5F677D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342454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509214" y="1445252"/>
            <a:ext cx="472486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65419" y="150083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76432" y="0"/>
                </a:moveTo>
                <a:cubicBezTo>
                  <a:pt x="64923" y="0"/>
                  <a:pt x="55587" y="9337"/>
                  <a:pt x="55587" y="20845"/>
                </a:cubicBezTo>
                <a:lnTo>
                  <a:pt x="55587" y="111173"/>
                </a:lnTo>
                <a:cubicBezTo>
                  <a:pt x="55587" y="122681"/>
                  <a:pt x="64923" y="132018"/>
                  <a:pt x="76432" y="132018"/>
                </a:cubicBezTo>
                <a:lnTo>
                  <a:pt x="104225" y="132018"/>
                </a:lnTo>
                <a:cubicBezTo>
                  <a:pt x="115733" y="132018"/>
                  <a:pt x="125070" y="122681"/>
                  <a:pt x="125070" y="111173"/>
                </a:cubicBezTo>
                <a:lnTo>
                  <a:pt x="125070" y="83380"/>
                </a:lnTo>
                <a:lnTo>
                  <a:pt x="138967" y="83380"/>
                </a:lnTo>
                <a:cubicBezTo>
                  <a:pt x="169669" y="83380"/>
                  <a:pt x="194553" y="108264"/>
                  <a:pt x="194553" y="138967"/>
                </a:cubicBezTo>
                <a:cubicBezTo>
                  <a:pt x="194553" y="169669"/>
                  <a:pt x="169669" y="194553"/>
                  <a:pt x="138967" y="194553"/>
                </a:cubicBezTo>
                <a:lnTo>
                  <a:pt x="13897" y="194553"/>
                </a:lnTo>
                <a:cubicBezTo>
                  <a:pt x="6210" y="194553"/>
                  <a:pt x="0" y="200763"/>
                  <a:pt x="0" y="208450"/>
                </a:cubicBezTo>
                <a:cubicBezTo>
                  <a:pt x="0" y="216136"/>
                  <a:pt x="6210" y="222347"/>
                  <a:pt x="13897" y="222347"/>
                </a:cubicBezTo>
                <a:lnTo>
                  <a:pt x="208450" y="222347"/>
                </a:lnTo>
                <a:cubicBezTo>
                  <a:pt x="216136" y="222347"/>
                  <a:pt x="222347" y="216136"/>
                  <a:pt x="222347" y="208450"/>
                </a:cubicBezTo>
                <a:cubicBezTo>
                  <a:pt x="222347" y="200763"/>
                  <a:pt x="216136" y="194553"/>
                  <a:pt x="208450" y="194553"/>
                </a:cubicBezTo>
                <a:lnTo>
                  <a:pt x="201111" y="194553"/>
                </a:lnTo>
                <a:cubicBezTo>
                  <a:pt x="214313" y="179788"/>
                  <a:pt x="222347" y="160333"/>
                  <a:pt x="222347" y="138967"/>
                </a:cubicBezTo>
                <a:cubicBezTo>
                  <a:pt x="222347" y="92934"/>
                  <a:pt x="184999" y="55587"/>
                  <a:pt x="138967" y="55587"/>
                </a:cubicBezTo>
                <a:lnTo>
                  <a:pt x="125070" y="55587"/>
                </a:lnTo>
                <a:lnTo>
                  <a:pt x="125070" y="20845"/>
                </a:lnTo>
                <a:cubicBezTo>
                  <a:pt x="125070" y="9337"/>
                  <a:pt x="115733" y="0"/>
                  <a:pt x="104225" y="0"/>
                </a:cubicBezTo>
                <a:lnTo>
                  <a:pt x="76432" y="0"/>
                </a:lnTo>
                <a:close/>
                <a:moveTo>
                  <a:pt x="52112" y="152863"/>
                </a:moveTo>
                <a:cubicBezTo>
                  <a:pt x="46337" y="152863"/>
                  <a:pt x="41690" y="157510"/>
                  <a:pt x="41690" y="163286"/>
                </a:cubicBezTo>
                <a:cubicBezTo>
                  <a:pt x="41690" y="169062"/>
                  <a:pt x="46337" y="173708"/>
                  <a:pt x="52112" y="173708"/>
                </a:cubicBezTo>
                <a:lnTo>
                  <a:pt x="128544" y="173708"/>
                </a:lnTo>
                <a:cubicBezTo>
                  <a:pt x="134320" y="173708"/>
                  <a:pt x="138967" y="169062"/>
                  <a:pt x="138967" y="163286"/>
                </a:cubicBezTo>
                <a:cubicBezTo>
                  <a:pt x="138967" y="157510"/>
                  <a:pt x="134320" y="152863"/>
                  <a:pt x="128544" y="152863"/>
                </a:cubicBezTo>
                <a:lnTo>
                  <a:pt x="52112" y="152863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509214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Analysis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509214" y="2223465"/>
            <a:ext cx="1278492" cy="183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specialized modules performing deep file analysis: hashing, entropy calculation, string extraction, PE analysis, and disassembly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09214" y="5113970"/>
            <a:ext cx="435429" cy="259404"/>
          </a:xfrm>
          <a:custGeom>
            <a:avLst/>
            <a:gdLst/>
            <a:ahLst/>
            <a:cxnLst/>
            <a:rect l="l" t="t" r="r" b="b"/>
            <a:pathLst>
              <a:path w="435429" h="259404">
                <a:moveTo>
                  <a:pt x="37058" y="0"/>
                </a:moveTo>
                <a:lnTo>
                  <a:pt x="398370" y="0"/>
                </a:lnTo>
                <a:cubicBezTo>
                  <a:pt x="418837" y="0"/>
                  <a:pt x="435429" y="16592"/>
                  <a:pt x="435429" y="37058"/>
                </a:cubicBezTo>
                <a:lnTo>
                  <a:pt x="435429" y="222346"/>
                </a:lnTo>
                <a:cubicBezTo>
                  <a:pt x="435429" y="242813"/>
                  <a:pt x="418837" y="259404"/>
                  <a:pt x="398370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509214" y="5113970"/>
            <a:ext cx="500280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015399" y="5113970"/>
            <a:ext cx="592924" cy="259404"/>
          </a:xfrm>
          <a:custGeom>
            <a:avLst/>
            <a:gdLst/>
            <a:ahLst/>
            <a:cxnLst/>
            <a:rect l="l" t="t" r="r" b="b"/>
            <a:pathLst>
              <a:path w="592924" h="259404">
                <a:moveTo>
                  <a:pt x="37058" y="0"/>
                </a:moveTo>
                <a:lnTo>
                  <a:pt x="555866" y="0"/>
                </a:lnTo>
                <a:cubicBezTo>
                  <a:pt x="576332" y="0"/>
                  <a:pt x="592924" y="16592"/>
                  <a:pt x="592924" y="37058"/>
                </a:cubicBezTo>
                <a:lnTo>
                  <a:pt x="592924" y="222346"/>
                </a:lnTo>
                <a:cubicBezTo>
                  <a:pt x="592924" y="242813"/>
                  <a:pt x="576332" y="259404"/>
                  <a:pt x="555866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015399" y="5113970"/>
            <a:ext cx="657775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509214" y="5447489"/>
            <a:ext cx="287198" cy="259404"/>
          </a:xfrm>
          <a:custGeom>
            <a:avLst/>
            <a:gdLst/>
            <a:ahLst/>
            <a:cxnLst/>
            <a:rect l="l" t="t" r="r" b="b"/>
            <a:pathLst>
              <a:path w="287198" h="259404">
                <a:moveTo>
                  <a:pt x="37058" y="0"/>
                </a:moveTo>
                <a:lnTo>
                  <a:pt x="250139" y="0"/>
                </a:lnTo>
                <a:cubicBezTo>
                  <a:pt x="270606" y="0"/>
                  <a:pt x="287198" y="16592"/>
                  <a:pt x="287198" y="37058"/>
                </a:cubicBezTo>
                <a:lnTo>
                  <a:pt x="287198" y="222346"/>
                </a:lnTo>
                <a:cubicBezTo>
                  <a:pt x="287198" y="242799"/>
                  <a:pt x="270592" y="259404"/>
                  <a:pt x="250139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509214" y="5447489"/>
            <a:ext cx="352049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993492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4350">
                  <a:alpha val="40000"/>
                </a:srgbClr>
              </a:gs>
              <a:gs pos="100000">
                <a:srgbClr val="3D4350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993492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D43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160252" y="1445252"/>
            <a:ext cx="463222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30471" y="1500839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94553" y="89373"/>
                </a:moveTo>
                <a:cubicBezTo>
                  <a:pt x="188126" y="93629"/>
                  <a:pt x="180743" y="97059"/>
                  <a:pt x="173057" y="99795"/>
                </a:cubicBezTo>
                <a:cubicBezTo>
                  <a:pt x="152646" y="107091"/>
                  <a:pt x="125852" y="111173"/>
                  <a:pt x="97277" y="111173"/>
                </a:cubicBezTo>
                <a:cubicBezTo>
                  <a:pt x="68702" y="111173"/>
                  <a:pt x="41864" y="107048"/>
                  <a:pt x="21496" y="99795"/>
                </a:cubicBezTo>
                <a:cubicBezTo>
                  <a:pt x="13853" y="97059"/>
                  <a:pt x="6427" y="93629"/>
                  <a:pt x="0" y="89373"/>
                </a:cubicBezTo>
                <a:lnTo>
                  <a:pt x="0" y="125070"/>
                </a:lnTo>
                <a:cubicBezTo>
                  <a:pt x="0" y="144265"/>
                  <a:pt x="43557" y="159812"/>
                  <a:pt x="97277" y="159812"/>
                </a:cubicBezTo>
                <a:cubicBezTo>
                  <a:pt x="150996" y="159812"/>
                  <a:pt x="194553" y="144265"/>
                  <a:pt x="194553" y="125070"/>
                </a:cubicBezTo>
                <a:lnTo>
                  <a:pt x="194553" y="89373"/>
                </a:lnTo>
                <a:close/>
                <a:moveTo>
                  <a:pt x="194553" y="55587"/>
                </a:moveTo>
                <a:lnTo>
                  <a:pt x="194553" y="34742"/>
                </a:lnTo>
                <a:cubicBezTo>
                  <a:pt x="194553" y="15547"/>
                  <a:pt x="150996" y="0"/>
                  <a:pt x="97277" y="0"/>
                </a:cubicBezTo>
                <a:cubicBezTo>
                  <a:pt x="43557" y="0"/>
                  <a:pt x="0" y="15547"/>
                  <a:pt x="0" y="34742"/>
                </a:cubicBezTo>
                <a:lnTo>
                  <a:pt x="0" y="55587"/>
                </a:lnTo>
                <a:cubicBezTo>
                  <a:pt x="0" y="74781"/>
                  <a:pt x="43557" y="90328"/>
                  <a:pt x="97277" y="90328"/>
                </a:cubicBezTo>
                <a:cubicBezTo>
                  <a:pt x="150996" y="90328"/>
                  <a:pt x="194553" y="74781"/>
                  <a:pt x="194553" y="55587"/>
                </a:cubicBezTo>
                <a:close/>
                <a:moveTo>
                  <a:pt x="173057" y="169279"/>
                </a:moveTo>
                <a:cubicBezTo>
                  <a:pt x="152690" y="176531"/>
                  <a:pt x="125895" y="180657"/>
                  <a:pt x="97277" y="180657"/>
                </a:cubicBezTo>
                <a:cubicBezTo>
                  <a:pt x="68658" y="180657"/>
                  <a:pt x="41864" y="176531"/>
                  <a:pt x="21496" y="169279"/>
                </a:cubicBezTo>
                <a:cubicBezTo>
                  <a:pt x="13853" y="166543"/>
                  <a:pt x="6427" y="163112"/>
                  <a:pt x="0" y="158856"/>
                </a:cubicBezTo>
                <a:lnTo>
                  <a:pt x="0" y="187605"/>
                </a:lnTo>
                <a:cubicBezTo>
                  <a:pt x="0" y="206800"/>
                  <a:pt x="43557" y="222347"/>
                  <a:pt x="97277" y="222347"/>
                </a:cubicBezTo>
                <a:cubicBezTo>
                  <a:pt x="150996" y="222347"/>
                  <a:pt x="194553" y="206800"/>
                  <a:pt x="194553" y="187605"/>
                </a:cubicBezTo>
                <a:lnTo>
                  <a:pt x="194553" y="158856"/>
                </a:lnTo>
                <a:cubicBezTo>
                  <a:pt x="188126" y="163112"/>
                  <a:pt x="180743" y="166543"/>
                  <a:pt x="173057" y="169279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7160252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160252" y="2223465"/>
            <a:ext cx="1278492" cy="1630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 using SQLAlchemy ORM with SQLite, YAML configuration management, and structured file system access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160252" y="5113970"/>
            <a:ext cx="880122" cy="259404"/>
          </a:xfrm>
          <a:custGeom>
            <a:avLst/>
            <a:gdLst/>
            <a:ahLst/>
            <a:cxnLst/>
            <a:rect l="l" t="t" r="r" b="b"/>
            <a:pathLst>
              <a:path w="880122" h="259404">
                <a:moveTo>
                  <a:pt x="37058" y="0"/>
                </a:moveTo>
                <a:lnTo>
                  <a:pt x="843063" y="0"/>
                </a:lnTo>
                <a:cubicBezTo>
                  <a:pt x="863530" y="0"/>
                  <a:pt x="880122" y="16592"/>
                  <a:pt x="880122" y="37058"/>
                </a:cubicBezTo>
                <a:lnTo>
                  <a:pt x="880122" y="222346"/>
                </a:lnTo>
                <a:cubicBezTo>
                  <a:pt x="880122" y="242813"/>
                  <a:pt x="863530" y="259404"/>
                  <a:pt x="843063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160252" y="5113970"/>
            <a:ext cx="944973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60252" y="5447489"/>
            <a:ext cx="481751" cy="259404"/>
          </a:xfrm>
          <a:custGeom>
            <a:avLst/>
            <a:gdLst/>
            <a:ahLst/>
            <a:cxnLst/>
            <a:rect l="l" t="t" r="r" b="b"/>
            <a:pathLst>
              <a:path w="481751" h="259404">
                <a:moveTo>
                  <a:pt x="37058" y="0"/>
                </a:moveTo>
                <a:lnTo>
                  <a:pt x="444692" y="0"/>
                </a:lnTo>
                <a:cubicBezTo>
                  <a:pt x="465159" y="0"/>
                  <a:pt x="481751" y="16592"/>
                  <a:pt x="481751" y="37058"/>
                </a:cubicBezTo>
                <a:lnTo>
                  <a:pt x="481751" y="222346"/>
                </a:lnTo>
                <a:cubicBezTo>
                  <a:pt x="481751" y="242813"/>
                  <a:pt x="465159" y="259404"/>
                  <a:pt x="444692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160252" y="5447489"/>
            <a:ext cx="546602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711718" y="5447489"/>
            <a:ext cx="518809" cy="259404"/>
          </a:xfrm>
          <a:custGeom>
            <a:avLst/>
            <a:gdLst/>
            <a:ahLst/>
            <a:cxnLst/>
            <a:rect l="l" t="t" r="r" b="b"/>
            <a:pathLst>
              <a:path w="518809" h="259404">
                <a:moveTo>
                  <a:pt x="37058" y="0"/>
                </a:moveTo>
                <a:lnTo>
                  <a:pt x="481750" y="0"/>
                </a:lnTo>
                <a:cubicBezTo>
                  <a:pt x="502217" y="0"/>
                  <a:pt x="518809" y="16592"/>
                  <a:pt x="518809" y="37058"/>
                </a:cubicBezTo>
                <a:lnTo>
                  <a:pt x="518809" y="222346"/>
                </a:lnTo>
                <a:cubicBezTo>
                  <a:pt x="518809" y="242813"/>
                  <a:pt x="502217" y="259404"/>
                  <a:pt x="481750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435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7711718" y="5447489"/>
            <a:ext cx="583660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644647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00B2D4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8644647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811407" y="1445252"/>
            <a:ext cx="472486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767729" y="150083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97277" y="0"/>
                </a:moveTo>
                <a:cubicBezTo>
                  <a:pt x="112606" y="0"/>
                  <a:pt x="125070" y="9337"/>
                  <a:pt x="125070" y="20845"/>
                </a:cubicBezTo>
                <a:cubicBezTo>
                  <a:pt x="125070" y="25361"/>
                  <a:pt x="123159" y="29530"/>
                  <a:pt x="119859" y="32961"/>
                </a:cubicBezTo>
                <a:cubicBezTo>
                  <a:pt x="116992" y="35958"/>
                  <a:pt x="114647" y="39605"/>
                  <a:pt x="114647" y="43774"/>
                </a:cubicBezTo>
                <a:cubicBezTo>
                  <a:pt x="114647" y="50289"/>
                  <a:pt x="119946" y="55587"/>
                  <a:pt x="126460" y="55587"/>
                </a:cubicBezTo>
                <a:lnTo>
                  <a:pt x="145915" y="55587"/>
                </a:lnTo>
                <a:cubicBezTo>
                  <a:pt x="157423" y="55587"/>
                  <a:pt x="166760" y="64923"/>
                  <a:pt x="166760" y="76432"/>
                </a:cubicBezTo>
                <a:lnTo>
                  <a:pt x="166760" y="95887"/>
                </a:lnTo>
                <a:cubicBezTo>
                  <a:pt x="166760" y="102401"/>
                  <a:pt x="172058" y="107699"/>
                  <a:pt x="178572" y="107699"/>
                </a:cubicBezTo>
                <a:cubicBezTo>
                  <a:pt x="182698" y="107699"/>
                  <a:pt x="186389" y="105354"/>
                  <a:pt x="189385" y="102488"/>
                </a:cubicBezTo>
                <a:cubicBezTo>
                  <a:pt x="192816" y="99231"/>
                  <a:pt x="196985" y="97277"/>
                  <a:pt x="201502" y="97277"/>
                </a:cubicBezTo>
                <a:cubicBezTo>
                  <a:pt x="213010" y="97277"/>
                  <a:pt x="222347" y="109740"/>
                  <a:pt x="222347" y="125070"/>
                </a:cubicBezTo>
                <a:cubicBezTo>
                  <a:pt x="222347" y="140400"/>
                  <a:pt x="213010" y="152863"/>
                  <a:pt x="201502" y="152863"/>
                </a:cubicBezTo>
                <a:cubicBezTo>
                  <a:pt x="196985" y="152863"/>
                  <a:pt x="192773" y="150952"/>
                  <a:pt x="189385" y="147652"/>
                </a:cubicBezTo>
                <a:cubicBezTo>
                  <a:pt x="186389" y="144786"/>
                  <a:pt x="182741" y="142441"/>
                  <a:pt x="178572" y="142441"/>
                </a:cubicBezTo>
                <a:cubicBezTo>
                  <a:pt x="172058" y="142441"/>
                  <a:pt x="166760" y="147739"/>
                  <a:pt x="166760" y="154253"/>
                </a:cubicBezTo>
                <a:lnTo>
                  <a:pt x="166760" y="201502"/>
                </a:lnTo>
                <a:cubicBezTo>
                  <a:pt x="166760" y="213010"/>
                  <a:pt x="157423" y="222347"/>
                  <a:pt x="145915" y="222347"/>
                </a:cubicBezTo>
                <a:lnTo>
                  <a:pt x="121248" y="222347"/>
                </a:lnTo>
                <a:cubicBezTo>
                  <a:pt x="115690" y="222347"/>
                  <a:pt x="111173" y="217830"/>
                  <a:pt x="111173" y="212271"/>
                </a:cubicBezTo>
                <a:cubicBezTo>
                  <a:pt x="111173" y="208276"/>
                  <a:pt x="113692" y="204759"/>
                  <a:pt x="116906" y="202370"/>
                </a:cubicBezTo>
                <a:cubicBezTo>
                  <a:pt x="121943" y="198592"/>
                  <a:pt x="125070" y="193381"/>
                  <a:pt x="125070" y="187605"/>
                </a:cubicBezTo>
                <a:cubicBezTo>
                  <a:pt x="125070" y="176097"/>
                  <a:pt x="112606" y="166760"/>
                  <a:pt x="97277" y="166760"/>
                </a:cubicBezTo>
                <a:cubicBezTo>
                  <a:pt x="81947" y="166760"/>
                  <a:pt x="69483" y="176097"/>
                  <a:pt x="69483" y="187605"/>
                </a:cubicBezTo>
                <a:cubicBezTo>
                  <a:pt x="69483" y="193381"/>
                  <a:pt x="72610" y="198592"/>
                  <a:pt x="77648" y="202370"/>
                </a:cubicBezTo>
                <a:cubicBezTo>
                  <a:pt x="80861" y="204759"/>
                  <a:pt x="83380" y="208233"/>
                  <a:pt x="83380" y="212271"/>
                </a:cubicBezTo>
                <a:cubicBezTo>
                  <a:pt x="83380" y="217830"/>
                  <a:pt x="78864" y="222347"/>
                  <a:pt x="73305" y="222347"/>
                </a:cubicBezTo>
                <a:lnTo>
                  <a:pt x="20845" y="222347"/>
                </a:lnTo>
                <a:cubicBezTo>
                  <a:pt x="9337" y="222347"/>
                  <a:pt x="0" y="213010"/>
                  <a:pt x="0" y="201502"/>
                </a:cubicBezTo>
                <a:lnTo>
                  <a:pt x="0" y="149042"/>
                </a:lnTo>
                <a:cubicBezTo>
                  <a:pt x="0" y="143483"/>
                  <a:pt x="4516" y="138967"/>
                  <a:pt x="10075" y="138967"/>
                </a:cubicBezTo>
                <a:cubicBezTo>
                  <a:pt x="14070" y="138967"/>
                  <a:pt x="17588" y="141485"/>
                  <a:pt x="19976" y="144699"/>
                </a:cubicBezTo>
                <a:cubicBezTo>
                  <a:pt x="23755" y="149736"/>
                  <a:pt x="28966" y="152863"/>
                  <a:pt x="34742" y="152863"/>
                </a:cubicBezTo>
                <a:cubicBezTo>
                  <a:pt x="46250" y="152863"/>
                  <a:pt x="55587" y="140400"/>
                  <a:pt x="55587" y="125070"/>
                </a:cubicBezTo>
                <a:cubicBezTo>
                  <a:pt x="55587" y="109740"/>
                  <a:pt x="46250" y="97277"/>
                  <a:pt x="34742" y="97277"/>
                </a:cubicBezTo>
                <a:cubicBezTo>
                  <a:pt x="28966" y="97277"/>
                  <a:pt x="23755" y="100403"/>
                  <a:pt x="19976" y="105441"/>
                </a:cubicBezTo>
                <a:cubicBezTo>
                  <a:pt x="17588" y="108654"/>
                  <a:pt x="14114" y="111173"/>
                  <a:pt x="10075" y="111173"/>
                </a:cubicBezTo>
                <a:cubicBezTo>
                  <a:pt x="4516" y="111173"/>
                  <a:pt x="0" y="106657"/>
                  <a:pt x="0" y="101098"/>
                </a:cubicBezTo>
                <a:lnTo>
                  <a:pt x="0" y="76432"/>
                </a:lnTo>
                <a:cubicBezTo>
                  <a:pt x="0" y="64923"/>
                  <a:pt x="9337" y="55587"/>
                  <a:pt x="20845" y="55587"/>
                </a:cubicBezTo>
                <a:lnTo>
                  <a:pt x="68094" y="55587"/>
                </a:lnTo>
                <a:cubicBezTo>
                  <a:pt x="74608" y="55587"/>
                  <a:pt x="79906" y="50289"/>
                  <a:pt x="79906" y="43774"/>
                </a:cubicBezTo>
                <a:cubicBezTo>
                  <a:pt x="79906" y="39649"/>
                  <a:pt x="77561" y="35958"/>
                  <a:pt x="74695" y="32961"/>
                </a:cubicBezTo>
                <a:cubicBezTo>
                  <a:pt x="71438" y="29530"/>
                  <a:pt x="69483" y="25361"/>
                  <a:pt x="69483" y="20845"/>
                </a:cubicBezTo>
                <a:cubicBezTo>
                  <a:pt x="69483" y="9337"/>
                  <a:pt x="81947" y="0"/>
                  <a:pt x="97277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8811407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11407" y="2223465"/>
            <a:ext cx="1278492" cy="183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 connections including VirusTotal API, Hybrid Analysis, custom sandbox environments, and extensible plugin SDK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811407" y="5113970"/>
            <a:ext cx="713362" cy="259404"/>
          </a:xfrm>
          <a:custGeom>
            <a:avLst/>
            <a:gdLst/>
            <a:ahLst/>
            <a:cxnLst/>
            <a:rect l="l" t="t" r="r" b="b"/>
            <a:pathLst>
              <a:path w="713362" h="259404">
                <a:moveTo>
                  <a:pt x="37058" y="0"/>
                </a:moveTo>
                <a:lnTo>
                  <a:pt x="676303" y="0"/>
                </a:lnTo>
                <a:cubicBezTo>
                  <a:pt x="696770" y="0"/>
                  <a:pt x="713362" y="16592"/>
                  <a:pt x="713362" y="37058"/>
                </a:cubicBezTo>
                <a:lnTo>
                  <a:pt x="713362" y="222346"/>
                </a:lnTo>
                <a:cubicBezTo>
                  <a:pt x="713362" y="242813"/>
                  <a:pt x="696770" y="259404"/>
                  <a:pt x="676303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8811407" y="5113970"/>
            <a:ext cx="778213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811407" y="5447489"/>
            <a:ext cx="648511" cy="259404"/>
          </a:xfrm>
          <a:custGeom>
            <a:avLst/>
            <a:gdLst/>
            <a:ahLst/>
            <a:cxnLst/>
            <a:rect l="l" t="t" r="r" b="b"/>
            <a:pathLst>
              <a:path w="648511" h="259404">
                <a:moveTo>
                  <a:pt x="37058" y="0"/>
                </a:moveTo>
                <a:lnTo>
                  <a:pt x="611452" y="0"/>
                </a:lnTo>
                <a:cubicBezTo>
                  <a:pt x="631919" y="0"/>
                  <a:pt x="648511" y="16592"/>
                  <a:pt x="648511" y="37058"/>
                </a:cubicBezTo>
                <a:lnTo>
                  <a:pt x="648511" y="222346"/>
                </a:lnTo>
                <a:cubicBezTo>
                  <a:pt x="648511" y="242813"/>
                  <a:pt x="631919" y="259404"/>
                  <a:pt x="611452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8811407" y="5447489"/>
            <a:ext cx="713362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Sandbox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529517" y="5447489"/>
            <a:ext cx="389106" cy="259404"/>
          </a:xfrm>
          <a:custGeom>
            <a:avLst/>
            <a:gdLst/>
            <a:ahLst/>
            <a:cxnLst/>
            <a:rect l="l" t="t" r="r" b="b"/>
            <a:pathLst>
              <a:path w="389106" h="259404">
                <a:moveTo>
                  <a:pt x="37058" y="0"/>
                </a:moveTo>
                <a:lnTo>
                  <a:pt x="352048" y="0"/>
                </a:lnTo>
                <a:cubicBezTo>
                  <a:pt x="372515" y="0"/>
                  <a:pt x="389106" y="16592"/>
                  <a:pt x="389106" y="37058"/>
                </a:cubicBezTo>
                <a:lnTo>
                  <a:pt x="389106" y="222346"/>
                </a:lnTo>
                <a:cubicBezTo>
                  <a:pt x="389106" y="242799"/>
                  <a:pt x="372501" y="259404"/>
                  <a:pt x="352048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9529517" y="5447489"/>
            <a:ext cx="453957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SDK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295802" y="1297021"/>
            <a:ext cx="1519368" cy="4558103"/>
          </a:xfrm>
          <a:custGeom>
            <a:avLst/>
            <a:gdLst/>
            <a:ahLst/>
            <a:cxnLst/>
            <a:rect l="l" t="t" r="r" b="b"/>
            <a:pathLst>
              <a:path w="1519368" h="4558103">
                <a:moveTo>
                  <a:pt x="37058" y="0"/>
                </a:moveTo>
                <a:lnTo>
                  <a:pt x="1445253" y="0"/>
                </a:lnTo>
                <a:cubicBezTo>
                  <a:pt x="1486185" y="0"/>
                  <a:pt x="1519368" y="33182"/>
                  <a:pt x="1519368" y="74115"/>
                </a:cubicBezTo>
                <a:lnTo>
                  <a:pt x="1519368" y="4483989"/>
                </a:lnTo>
                <a:cubicBezTo>
                  <a:pt x="1519368" y="4524921"/>
                  <a:pt x="1486185" y="4558103"/>
                  <a:pt x="1445253" y="4558103"/>
                </a:cubicBez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30000"/>
                </a:srgbClr>
              </a:gs>
              <a:gs pos="100000">
                <a:srgbClr val="5F677D">
                  <a:alpha val="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10295802" y="1297021"/>
            <a:ext cx="37058" cy="4558103"/>
          </a:xfrm>
          <a:custGeom>
            <a:avLst/>
            <a:gdLst/>
            <a:ahLst/>
            <a:cxnLst/>
            <a:rect l="l" t="t" r="r" b="b"/>
            <a:pathLst>
              <a:path w="37058" h="4558103">
                <a:moveTo>
                  <a:pt x="37058" y="0"/>
                </a:moveTo>
                <a:lnTo>
                  <a:pt x="37058" y="0"/>
                </a:lnTo>
                <a:lnTo>
                  <a:pt x="37058" y="4558103"/>
                </a:lnTo>
                <a:lnTo>
                  <a:pt x="37058" y="4558103"/>
                </a:lnTo>
                <a:cubicBezTo>
                  <a:pt x="16591" y="4558103"/>
                  <a:pt x="0" y="4541512"/>
                  <a:pt x="0" y="452104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10462562" y="1445252"/>
            <a:ext cx="453957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418767" y="150083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0"/>
                </a:moveTo>
                <a:cubicBezTo>
                  <a:pt x="113171" y="0"/>
                  <a:pt x="115169" y="434"/>
                  <a:pt x="116992" y="1259"/>
                </a:cubicBezTo>
                <a:lnTo>
                  <a:pt x="198809" y="35958"/>
                </a:lnTo>
                <a:cubicBezTo>
                  <a:pt x="208363" y="39996"/>
                  <a:pt x="215485" y="49420"/>
                  <a:pt x="215442" y="60798"/>
                </a:cubicBezTo>
                <a:cubicBezTo>
                  <a:pt x="215224" y="103878"/>
                  <a:pt x="197506" y="182698"/>
                  <a:pt x="122681" y="218525"/>
                </a:cubicBezTo>
                <a:cubicBezTo>
                  <a:pt x="115429" y="221999"/>
                  <a:pt x="107004" y="221999"/>
                  <a:pt x="99752" y="218525"/>
                </a:cubicBezTo>
                <a:cubicBezTo>
                  <a:pt x="24884" y="182698"/>
                  <a:pt x="7209" y="103878"/>
                  <a:pt x="6992" y="60798"/>
                </a:cubicBezTo>
                <a:cubicBezTo>
                  <a:pt x="6948" y="49420"/>
                  <a:pt x="14070" y="39996"/>
                  <a:pt x="23624" y="35958"/>
                </a:cubicBezTo>
                <a:lnTo>
                  <a:pt x="105397" y="1259"/>
                </a:lnTo>
                <a:cubicBezTo>
                  <a:pt x="107221" y="434"/>
                  <a:pt x="109176" y="0"/>
                  <a:pt x="111173" y="0"/>
                </a:cubicBezTo>
                <a:close/>
                <a:moveTo>
                  <a:pt x="111173" y="29009"/>
                </a:moveTo>
                <a:lnTo>
                  <a:pt x="111173" y="193207"/>
                </a:lnTo>
                <a:cubicBezTo>
                  <a:pt x="171103" y="164198"/>
                  <a:pt x="187214" y="99926"/>
                  <a:pt x="187605" y="61449"/>
                </a:cubicBezTo>
                <a:lnTo>
                  <a:pt x="111173" y="29053"/>
                </a:lnTo>
                <a:lnTo>
                  <a:pt x="111173" y="29053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10462562" y="1889945"/>
            <a:ext cx="12970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462562" y="2223465"/>
            <a:ext cx="1278492" cy="183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security monitoring across all layers with real-time threat intelligence and automated response mechanisms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0462562" y="4780450"/>
            <a:ext cx="694833" cy="259404"/>
          </a:xfrm>
          <a:custGeom>
            <a:avLst/>
            <a:gdLst/>
            <a:ahLst/>
            <a:cxnLst/>
            <a:rect l="l" t="t" r="r" b="b"/>
            <a:pathLst>
              <a:path w="694833" h="259404">
                <a:moveTo>
                  <a:pt x="37058" y="0"/>
                </a:moveTo>
                <a:lnTo>
                  <a:pt x="657774" y="0"/>
                </a:lnTo>
                <a:cubicBezTo>
                  <a:pt x="678241" y="0"/>
                  <a:pt x="694833" y="16592"/>
                  <a:pt x="694833" y="37058"/>
                </a:cubicBezTo>
                <a:lnTo>
                  <a:pt x="694833" y="222346"/>
                </a:lnTo>
                <a:cubicBezTo>
                  <a:pt x="694833" y="242813"/>
                  <a:pt x="678241" y="259404"/>
                  <a:pt x="65777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10462562" y="4780450"/>
            <a:ext cx="75968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0462562" y="5113970"/>
            <a:ext cx="778213" cy="259404"/>
          </a:xfrm>
          <a:custGeom>
            <a:avLst/>
            <a:gdLst/>
            <a:ahLst/>
            <a:cxnLst/>
            <a:rect l="l" t="t" r="r" b="b"/>
            <a:pathLst>
              <a:path w="778213" h="259404">
                <a:moveTo>
                  <a:pt x="37058" y="0"/>
                </a:moveTo>
                <a:lnTo>
                  <a:pt x="741154" y="0"/>
                </a:lnTo>
                <a:cubicBezTo>
                  <a:pt x="761621" y="0"/>
                  <a:pt x="778213" y="16592"/>
                  <a:pt x="778213" y="37058"/>
                </a:cubicBezTo>
                <a:lnTo>
                  <a:pt x="778213" y="222346"/>
                </a:lnTo>
                <a:cubicBezTo>
                  <a:pt x="778213" y="242813"/>
                  <a:pt x="761621" y="259404"/>
                  <a:pt x="74115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10462562" y="5113970"/>
            <a:ext cx="84306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462562" y="5447489"/>
            <a:ext cx="389106" cy="259404"/>
          </a:xfrm>
          <a:custGeom>
            <a:avLst/>
            <a:gdLst/>
            <a:ahLst/>
            <a:cxnLst/>
            <a:rect l="l" t="t" r="r" b="b"/>
            <a:pathLst>
              <a:path w="389106" h="259404">
                <a:moveTo>
                  <a:pt x="37058" y="0"/>
                </a:moveTo>
                <a:lnTo>
                  <a:pt x="352048" y="0"/>
                </a:lnTo>
                <a:cubicBezTo>
                  <a:pt x="372515" y="0"/>
                  <a:pt x="389106" y="16592"/>
                  <a:pt x="389106" y="37058"/>
                </a:cubicBezTo>
                <a:lnTo>
                  <a:pt x="389106" y="222346"/>
                </a:lnTo>
                <a:cubicBezTo>
                  <a:pt x="389106" y="242799"/>
                  <a:pt x="372501" y="259404"/>
                  <a:pt x="352048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5F677D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10462562" y="5447489"/>
            <a:ext cx="453957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89106" y="5855125"/>
            <a:ext cx="3696511" cy="1000559"/>
          </a:xfrm>
          <a:custGeom>
            <a:avLst/>
            <a:gdLst/>
            <a:ahLst/>
            <a:cxnLst/>
            <a:rect l="l" t="t" r="r" b="b"/>
            <a:pathLst>
              <a:path w="3696511" h="1000559">
                <a:moveTo>
                  <a:pt x="37058" y="0"/>
                </a:moveTo>
                <a:lnTo>
                  <a:pt x="3622399" y="0"/>
                </a:lnTo>
                <a:cubicBezTo>
                  <a:pt x="3663330" y="0"/>
                  <a:pt x="3696511" y="33181"/>
                  <a:pt x="3696511" y="74111"/>
                </a:cubicBezTo>
                <a:lnTo>
                  <a:pt x="3696511" y="926448"/>
                </a:lnTo>
                <a:cubicBezTo>
                  <a:pt x="3696511" y="967378"/>
                  <a:pt x="3663330" y="1000559"/>
                  <a:pt x="362239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389106" y="5855125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565131" y="6244231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83380" y="27793"/>
                </a:moveTo>
                <a:cubicBezTo>
                  <a:pt x="83380" y="20107"/>
                  <a:pt x="89590" y="13897"/>
                  <a:pt x="97277" y="13897"/>
                </a:cubicBezTo>
                <a:lnTo>
                  <a:pt x="125070" y="13897"/>
                </a:lnTo>
                <a:cubicBezTo>
                  <a:pt x="132756" y="13897"/>
                  <a:pt x="138967" y="20107"/>
                  <a:pt x="138967" y="27793"/>
                </a:cubicBezTo>
                <a:lnTo>
                  <a:pt x="138967" y="55587"/>
                </a:lnTo>
                <a:cubicBezTo>
                  <a:pt x="138967" y="63273"/>
                  <a:pt x="132756" y="69483"/>
                  <a:pt x="125070" y="69483"/>
                </a:cubicBezTo>
                <a:lnTo>
                  <a:pt x="121596" y="69483"/>
                </a:lnTo>
                <a:lnTo>
                  <a:pt x="121596" y="97277"/>
                </a:lnTo>
                <a:lnTo>
                  <a:pt x="173708" y="97277"/>
                </a:lnTo>
                <a:cubicBezTo>
                  <a:pt x="190992" y="97277"/>
                  <a:pt x="204976" y="111260"/>
                  <a:pt x="204976" y="128544"/>
                </a:cubicBezTo>
                <a:lnTo>
                  <a:pt x="204976" y="152863"/>
                </a:lnTo>
                <a:lnTo>
                  <a:pt x="208450" y="152863"/>
                </a:lnTo>
                <a:cubicBezTo>
                  <a:pt x="216136" y="152863"/>
                  <a:pt x="222347" y="159073"/>
                  <a:pt x="222347" y="166760"/>
                </a:cubicBezTo>
                <a:lnTo>
                  <a:pt x="222347" y="194553"/>
                </a:lnTo>
                <a:cubicBezTo>
                  <a:pt x="222347" y="202240"/>
                  <a:pt x="216136" y="208450"/>
                  <a:pt x="208450" y="208450"/>
                </a:cubicBezTo>
                <a:lnTo>
                  <a:pt x="180657" y="208450"/>
                </a:lnTo>
                <a:cubicBezTo>
                  <a:pt x="172970" y="208450"/>
                  <a:pt x="166760" y="202240"/>
                  <a:pt x="166760" y="194553"/>
                </a:cubicBezTo>
                <a:lnTo>
                  <a:pt x="166760" y="166760"/>
                </a:lnTo>
                <a:cubicBezTo>
                  <a:pt x="166760" y="159073"/>
                  <a:pt x="172970" y="152863"/>
                  <a:pt x="180657" y="152863"/>
                </a:cubicBezTo>
                <a:lnTo>
                  <a:pt x="184131" y="152863"/>
                </a:lnTo>
                <a:lnTo>
                  <a:pt x="184131" y="128544"/>
                </a:lnTo>
                <a:cubicBezTo>
                  <a:pt x="184131" y="122768"/>
                  <a:pt x="179484" y="118122"/>
                  <a:pt x="173708" y="118122"/>
                </a:cubicBezTo>
                <a:lnTo>
                  <a:pt x="121596" y="118122"/>
                </a:lnTo>
                <a:lnTo>
                  <a:pt x="121596" y="152863"/>
                </a:lnTo>
                <a:lnTo>
                  <a:pt x="125070" y="152863"/>
                </a:lnTo>
                <a:cubicBezTo>
                  <a:pt x="132756" y="152863"/>
                  <a:pt x="138967" y="159073"/>
                  <a:pt x="138967" y="166760"/>
                </a:cubicBezTo>
                <a:lnTo>
                  <a:pt x="138967" y="194553"/>
                </a:lnTo>
                <a:cubicBezTo>
                  <a:pt x="138967" y="202240"/>
                  <a:pt x="132756" y="208450"/>
                  <a:pt x="125070" y="208450"/>
                </a:cubicBezTo>
                <a:lnTo>
                  <a:pt x="97277" y="208450"/>
                </a:lnTo>
                <a:cubicBezTo>
                  <a:pt x="89590" y="208450"/>
                  <a:pt x="83380" y="202240"/>
                  <a:pt x="83380" y="194553"/>
                </a:cubicBezTo>
                <a:lnTo>
                  <a:pt x="83380" y="166760"/>
                </a:lnTo>
                <a:cubicBezTo>
                  <a:pt x="83380" y="159073"/>
                  <a:pt x="89590" y="152863"/>
                  <a:pt x="97277" y="152863"/>
                </a:cubicBezTo>
                <a:lnTo>
                  <a:pt x="100751" y="152863"/>
                </a:lnTo>
                <a:lnTo>
                  <a:pt x="100751" y="118122"/>
                </a:lnTo>
                <a:lnTo>
                  <a:pt x="48638" y="118122"/>
                </a:lnTo>
                <a:cubicBezTo>
                  <a:pt x="42863" y="118122"/>
                  <a:pt x="38216" y="122768"/>
                  <a:pt x="38216" y="128544"/>
                </a:cubicBezTo>
                <a:lnTo>
                  <a:pt x="38216" y="152863"/>
                </a:lnTo>
                <a:lnTo>
                  <a:pt x="41690" y="152863"/>
                </a:lnTo>
                <a:cubicBezTo>
                  <a:pt x="49377" y="152863"/>
                  <a:pt x="55587" y="159073"/>
                  <a:pt x="55587" y="166760"/>
                </a:cubicBezTo>
                <a:lnTo>
                  <a:pt x="55587" y="194553"/>
                </a:lnTo>
                <a:cubicBezTo>
                  <a:pt x="55587" y="202240"/>
                  <a:pt x="49377" y="208450"/>
                  <a:pt x="41690" y="208450"/>
                </a:cubicBezTo>
                <a:lnTo>
                  <a:pt x="13897" y="208450"/>
                </a:lnTo>
                <a:cubicBezTo>
                  <a:pt x="6210" y="208450"/>
                  <a:pt x="0" y="202240"/>
                  <a:pt x="0" y="194553"/>
                </a:cubicBezTo>
                <a:lnTo>
                  <a:pt x="0" y="166760"/>
                </a:lnTo>
                <a:cubicBezTo>
                  <a:pt x="0" y="159073"/>
                  <a:pt x="6210" y="152863"/>
                  <a:pt x="13897" y="152863"/>
                </a:cubicBezTo>
                <a:lnTo>
                  <a:pt x="17371" y="152863"/>
                </a:lnTo>
                <a:lnTo>
                  <a:pt x="17371" y="128544"/>
                </a:lnTo>
                <a:cubicBezTo>
                  <a:pt x="17371" y="111260"/>
                  <a:pt x="31354" y="97277"/>
                  <a:pt x="48638" y="97277"/>
                </a:cubicBezTo>
                <a:lnTo>
                  <a:pt x="100751" y="97277"/>
                </a:lnTo>
                <a:lnTo>
                  <a:pt x="100751" y="69483"/>
                </a:lnTo>
                <a:lnTo>
                  <a:pt x="97277" y="69483"/>
                </a:lnTo>
                <a:cubicBezTo>
                  <a:pt x="89590" y="69483"/>
                  <a:pt x="83380" y="63273"/>
                  <a:pt x="83380" y="55587"/>
                </a:cubicBezTo>
                <a:lnTo>
                  <a:pt x="83380" y="27793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/>
          <p:nvPr/>
        </p:nvSpPr>
        <p:spPr>
          <a:xfrm>
            <a:off x="905251" y="6003356"/>
            <a:ext cx="311285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05251" y="6262760"/>
            <a:ext cx="310358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layer operates independently with clear interfaces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4253998" y="5855125"/>
            <a:ext cx="3696511" cy="1000559"/>
          </a:xfrm>
          <a:custGeom>
            <a:avLst/>
            <a:gdLst/>
            <a:ahLst/>
            <a:cxnLst/>
            <a:rect l="l" t="t" r="r" b="b"/>
            <a:pathLst>
              <a:path w="3696511" h="1000559">
                <a:moveTo>
                  <a:pt x="37058" y="0"/>
                </a:moveTo>
                <a:lnTo>
                  <a:pt x="3622399" y="0"/>
                </a:lnTo>
                <a:cubicBezTo>
                  <a:pt x="3663330" y="0"/>
                  <a:pt x="3696511" y="33181"/>
                  <a:pt x="3696511" y="74111"/>
                </a:cubicBezTo>
                <a:lnTo>
                  <a:pt x="3696511" y="926448"/>
                </a:lnTo>
                <a:cubicBezTo>
                  <a:pt x="3696511" y="967378"/>
                  <a:pt x="3663330" y="1000559"/>
                  <a:pt x="362239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4253998" y="5855125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4457816" y="6244231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73565" y="218264"/>
                </a:moveTo>
                <a:cubicBezTo>
                  <a:pt x="78994" y="223693"/>
                  <a:pt x="87809" y="223693"/>
                  <a:pt x="93238" y="218264"/>
                </a:cubicBezTo>
                <a:lnTo>
                  <a:pt x="162721" y="148781"/>
                </a:lnTo>
                <a:cubicBezTo>
                  <a:pt x="168150" y="143353"/>
                  <a:pt x="168150" y="134537"/>
                  <a:pt x="162721" y="129109"/>
                </a:cubicBezTo>
                <a:cubicBezTo>
                  <a:pt x="157293" y="123680"/>
                  <a:pt x="148477" y="123680"/>
                  <a:pt x="143049" y="129109"/>
                </a:cubicBezTo>
                <a:lnTo>
                  <a:pt x="97277" y="174881"/>
                </a:lnTo>
                <a:lnTo>
                  <a:pt x="97277" y="13897"/>
                </a:lnTo>
                <a:cubicBezTo>
                  <a:pt x="97277" y="6210"/>
                  <a:pt x="91067" y="0"/>
                  <a:pt x="83380" y="0"/>
                </a:cubicBezTo>
                <a:cubicBezTo>
                  <a:pt x="75693" y="0"/>
                  <a:pt x="69483" y="6210"/>
                  <a:pt x="69483" y="13897"/>
                </a:cubicBezTo>
                <a:lnTo>
                  <a:pt x="69483" y="174881"/>
                </a:lnTo>
                <a:lnTo>
                  <a:pt x="23711" y="129109"/>
                </a:lnTo>
                <a:cubicBezTo>
                  <a:pt x="18283" y="123680"/>
                  <a:pt x="9467" y="123680"/>
                  <a:pt x="4039" y="129109"/>
                </a:cubicBezTo>
                <a:cubicBezTo>
                  <a:pt x="-1390" y="134537"/>
                  <a:pt x="-1390" y="143353"/>
                  <a:pt x="4039" y="148781"/>
                </a:cubicBezTo>
                <a:lnTo>
                  <a:pt x="73522" y="218264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4773038" y="6003356"/>
            <a:ext cx="311285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4773038" y="6262760"/>
            <a:ext cx="310358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Top-to-bottom processing with bidirectional feedback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8119006" y="5855125"/>
            <a:ext cx="3696511" cy="1000559"/>
          </a:xfrm>
          <a:custGeom>
            <a:avLst/>
            <a:gdLst/>
            <a:ahLst/>
            <a:cxnLst/>
            <a:rect l="l" t="t" r="r" b="b"/>
            <a:pathLst>
              <a:path w="3696511" h="1000559">
                <a:moveTo>
                  <a:pt x="37058" y="0"/>
                </a:moveTo>
                <a:lnTo>
                  <a:pt x="3622399" y="0"/>
                </a:lnTo>
                <a:cubicBezTo>
                  <a:pt x="3663330" y="0"/>
                  <a:pt x="3696511" y="33181"/>
                  <a:pt x="3696511" y="74111"/>
                </a:cubicBezTo>
                <a:lnTo>
                  <a:pt x="3696511" y="926448"/>
                </a:lnTo>
                <a:cubicBezTo>
                  <a:pt x="3696511" y="967378"/>
                  <a:pt x="3663330" y="1000559"/>
                  <a:pt x="362239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8119006" y="5855125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8313559" y="6244231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72957" y="13897"/>
                </a:moveTo>
                <a:lnTo>
                  <a:pt x="10422" y="13897"/>
                </a:lnTo>
                <a:cubicBezTo>
                  <a:pt x="4647" y="13897"/>
                  <a:pt x="0" y="18543"/>
                  <a:pt x="0" y="24319"/>
                </a:cubicBezTo>
                <a:lnTo>
                  <a:pt x="0" y="86854"/>
                </a:lnTo>
                <a:cubicBezTo>
                  <a:pt x="0" y="91067"/>
                  <a:pt x="2519" y="94888"/>
                  <a:pt x="6427" y="96495"/>
                </a:cubicBezTo>
                <a:cubicBezTo>
                  <a:pt x="10336" y="98102"/>
                  <a:pt x="14809" y="97190"/>
                  <a:pt x="17805" y="94237"/>
                </a:cubicBezTo>
                <a:lnTo>
                  <a:pt x="35176" y="76866"/>
                </a:lnTo>
                <a:lnTo>
                  <a:pt x="69483" y="111173"/>
                </a:lnTo>
                <a:lnTo>
                  <a:pt x="35176" y="145481"/>
                </a:lnTo>
                <a:lnTo>
                  <a:pt x="17805" y="128110"/>
                </a:lnTo>
                <a:cubicBezTo>
                  <a:pt x="14809" y="125113"/>
                  <a:pt x="10336" y="124245"/>
                  <a:pt x="6427" y="125852"/>
                </a:cubicBezTo>
                <a:cubicBezTo>
                  <a:pt x="2519" y="127458"/>
                  <a:pt x="0" y="131280"/>
                  <a:pt x="0" y="135492"/>
                </a:cubicBezTo>
                <a:lnTo>
                  <a:pt x="0" y="198027"/>
                </a:lnTo>
                <a:cubicBezTo>
                  <a:pt x="0" y="203803"/>
                  <a:pt x="4647" y="208450"/>
                  <a:pt x="10422" y="208450"/>
                </a:cubicBezTo>
                <a:lnTo>
                  <a:pt x="72957" y="208450"/>
                </a:lnTo>
                <a:cubicBezTo>
                  <a:pt x="77170" y="208450"/>
                  <a:pt x="80991" y="205931"/>
                  <a:pt x="82598" y="202023"/>
                </a:cubicBezTo>
                <a:cubicBezTo>
                  <a:pt x="84205" y="198114"/>
                  <a:pt x="83337" y="193641"/>
                  <a:pt x="80340" y="190645"/>
                </a:cubicBezTo>
                <a:lnTo>
                  <a:pt x="62969" y="173274"/>
                </a:lnTo>
                <a:lnTo>
                  <a:pt x="97277" y="138967"/>
                </a:lnTo>
                <a:lnTo>
                  <a:pt x="131584" y="173274"/>
                </a:lnTo>
                <a:lnTo>
                  <a:pt x="114213" y="190645"/>
                </a:lnTo>
                <a:cubicBezTo>
                  <a:pt x="111217" y="193641"/>
                  <a:pt x="110348" y="198114"/>
                  <a:pt x="111955" y="202023"/>
                </a:cubicBezTo>
                <a:cubicBezTo>
                  <a:pt x="113562" y="205931"/>
                  <a:pt x="117383" y="208450"/>
                  <a:pt x="121596" y="208450"/>
                </a:cubicBezTo>
                <a:lnTo>
                  <a:pt x="184131" y="208450"/>
                </a:lnTo>
                <a:cubicBezTo>
                  <a:pt x="189906" y="208450"/>
                  <a:pt x="194553" y="203803"/>
                  <a:pt x="194553" y="198027"/>
                </a:cubicBezTo>
                <a:lnTo>
                  <a:pt x="194553" y="135492"/>
                </a:lnTo>
                <a:cubicBezTo>
                  <a:pt x="194553" y="131280"/>
                  <a:pt x="192034" y="127458"/>
                  <a:pt x="188126" y="125852"/>
                </a:cubicBezTo>
                <a:cubicBezTo>
                  <a:pt x="184218" y="124245"/>
                  <a:pt x="179745" y="125113"/>
                  <a:pt x="176748" y="128110"/>
                </a:cubicBezTo>
                <a:lnTo>
                  <a:pt x="159377" y="145481"/>
                </a:lnTo>
                <a:lnTo>
                  <a:pt x="125070" y="111173"/>
                </a:lnTo>
                <a:lnTo>
                  <a:pt x="159377" y="76866"/>
                </a:lnTo>
                <a:lnTo>
                  <a:pt x="176748" y="94237"/>
                </a:lnTo>
                <a:cubicBezTo>
                  <a:pt x="179745" y="97233"/>
                  <a:pt x="184218" y="98102"/>
                  <a:pt x="188126" y="96495"/>
                </a:cubicBezTo>
                <a:cubicBezTo>
                  <a:pt x="192034" y="94888"/>
                  <a:pt x="194553" y="91067"/>
                  <a:pt x="194553" y="86854"/>
                </a:cubicBezTo>
                <a:lnTo>
                  <a:pt x="194553" y="24319"/>
                </a:lnTo>
                <a:cubicBezTo>
                  <a:pt x="194553" y="18543"/>
                  <a:pt x="189906" y="13897"/>
                  <a:pt x="184131" y="13897"/>
                </a:cubicBezTo>
                <a:lnTo>
                  <a:pt x="121596" y="13897"/>
                </a:lnTo>
                <a:cubicBezTo>
                  <a:pt x="117383" y="13897"/>
                  <a:pt x="113562" y="16415"/>
                  <a:pt x="111955" y="20324"/>
                </a:cubicBezTo>
                <a:cubicBezTo>
                  <a:pt x="110348" y="24232"/>
                  <a:pt x="111260" y="28705"/>
                  <a:pt x="114213" y="31702"/>
                </a:cubicBezTo>
                <a:lnTo>
                  <a:pt x="131584" y="49073"/>
                </a:lnTo>
                <a:lnTo>
                  <a:pt x="97277" y="83380"/>
                </a:lnTo>
                <a:lnTo>
                  <a:pt x="62969" y="49073"/>
                </a:lnTo>
                <a:lnTo>
                  <a:pt x="80340" y="31702"/>
                </a:lnTo>
                <a:cubicBezTo>
                  <a:pt x="83337" y="28705"/>
                  <a:pt x="84205" y="24232"/>
                  <a:pt x="82598" y="20324"/>
                </a:cubicBezTo>
                <a:cubicBezTo>
                  <a:pt x="80991" y="16415"/>
                  <a:pt x="77170" y="13897"/>
                  <a:pt x="72957" y="13897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8651132" y="6003356"/>
            <a:ext cx="31035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8651132" y="6262760"/>
            <a:ext cx="3094322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Enterprise-ready with horizontal scaling capabilities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508785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75377" y="0"/>
                </a:moveTo>
                <a:lnTo>
                  <a:pt x="376876" y="0"/>
                </a:lnTo>
                <a:cubicBezTo>
                  <a:pt x="418478" y="0"/>
                  <a:pt x="452253" y="33775"/>
                  <a:pt x="452253" y="75377"/>
                </a:cubicBezTo>
                <a:lnTo>
                  <a:pt x="452253" y="376876"/>
                </a:lnTo>
                <a:cubicBezTo>
                  <a:pt x="452253" y="418478"/>
                  <a:pt x="418478" y="452253"/>
                  <a:pt x="376876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89352" y="584161"/>
            <a:ext cx="33919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9883" y="376878"/>
            <a:ext cx="4098547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9883" y="829131"/>
            <a:ext cx="396664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 &amp; Interaction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647" y="1322841"/>
            <a:ext cx="6744230" cy="2438400"/>
          </a:xfrm>
          <a:custGeom>
            <a:avLst/>
            <a:gdLst/>
            <a:ahLst/>
            <a:cxnLst/>
            <a:rect l="l" t="t" r="r" b="b"/>
            <a:pathLst>
              <a:path w="6744230" h="2438400">
                <a:moveTo>
                  <a:pt x="75371" y="0"/>
                </a:moveTo>
                <a:lnTo>
                  <a:pt x="6668859" y="0"/>
                </a:lnTo>
                <a:cubicBezTo>
                  <a:pt x="6710485" y="0"/>
                  <a:pt x="6744230" y="33745"/>
                  <a:pt x="6744230" y="75371"/>
                </a:cubicBezTo>
                <a:lnTo>
                  <a:pt x="6744230" y="2363029"/>
                </a:lnTo>
                <a:cubicBezTo>
                  <a:pt x="6744230" y="2404655"/>
                  <a:pt x="6710485" y="2438400"/>
                  <a:pt x="6668859" y="2438400"/>
                </a:cubicBezTo>
                <a:lnTo>
                  <a:pt x="75371" y="2438400"/>
                </a:lnTo>
                <a:cubicBezTo>
                  <a:pt x="33745" y="2438400"/>
                  <a:pt x="0" y="2404655"/>
                  <a:pt x="0" y="2363029"/>
                </a:cubicBezTo>
                <a:lnTo>
                  <a:pt x="0" y="75371"/>
                </a:lnTo>
                <a:cubicBezTo>
                  <a:pt x="0" y="33773"/>
                  <a:pt x="33773" y="0"/>
                  <a:pt x="7537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10542" y="1524353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35332" y="17666"/>
                </a:moveTo>
                <a:cubicBezTo>
                  <a:pt x="15844" y="17666"/>
                  <a:pt x="0" y="33510"/>
                  <a:pt x="0" y="52998"/>
                </a:cubicBezTo>
                <a:lnTo>
                  <a:pt x="0" y="194328"/>
                </a:lnTo>
                <a:cubicBezTo>
                  <a:pt x="0" y="213816"/>
                  <a:pt x="15844" y="229660"/>
                  <a:pt x="35332" y="229660"/>
                </a:cubicBezTo>
                <a:lnTo>
                  <a:pt x="114830" y="229660"/>
                </a:lnTo>
                <a:lnTo>
                  <a:pt x="105997" y="256159"/>
                </a:lnTo>
                <a:lnTo>
                  <a:pt x="66248" y="256159"/>
                </a:lnTo>
                <a:cubicBezTo>
                  <a:pt x="58906" y="256159"/>
                  <a:pt x="52998" y="262066"/>
                  <a:pt x="52998" y="269409"/>
                </a:cubicBezTo>
                <a:cubicBezTo>
                  <a:pt x="52998" y="276751"/>
                  <a:pt x="58906" y="282658"/>
                  <a:pt x="66248" y="282658"/>
                </a:cubicBezTo>
                <a:lnTo>
                  <a:pt x="216410" y="282658"/>
                </a:lnTo>
                <a:cubicBezTo>
                  <a:pt x="223753" y="282658"/>
                  <a:pt x="229660" y="276751"/>
                  <a:pt x="229660" y="269409"/>
                </a:cubicBezTo>
                <a:cubicBezTo>
                  <a:pt x="229660" y="262066"/>
                  <a:pt x="223753" y="256159"/>
                  <a:pt x="216410" y="256159"/>
                </a:cubicBezTo>
                <a:lnTo>
                  <a:pt x="176662" y="256159"/>
                </a:lnTo>
                <a:lnTo>
                  <a:pt x="167828" y="229660"/>
                </a:lnTo>
                <a:lnTo>
                  <a:pt x="247326" y="229660"/>
                </a:lnTo>
                <a:cubicBezTo>
                  <a:pt x="266814" y="229660"/>
                  <a:pt x="282658" y="213816"/>
                  <a:pt x="282658" y="194328"/>
                </a:cubicBezTo>
                <a:lnTo>
                  <a:pt x="282658" y="52998"/>
                </a:lnTo>
                <a:cubicBezTo>
                  <a:pt x="282658" y="33510"/>
                  <a:pt x="266814" y="17666"/>
                  <a:pt x="247326" y="17666"/>
                </a:cubicBezTo>
                <a:lnTo>
                  <a:pt x="35332" y="17666"/>
                </a:lnTo>
                <a:close/>
                <a:moveTo>
                  <a:pt x="52998" y="52998"/>
                </a:moveTo>
                <a:lnTo>
                  <a:pt x="229660" y="52998"/>
                </a:lnTo>
                <a:cubicBezTo>
                  <a:pt x="239432" y="52998"/>
                  <a:pt x="247326" y="60893"/>
                  <a:pt x="247326" y="70665"/>
                </a:cubicBezTo>
                <a:lnTo>
                  <a:pt x="247326" y="158995"/>
                </a:lnTo>
                <a:cubicBezTo>
                  <a:pt x="247326" y="168767"/>
                  <a:pt x="239432" y="176662"/>
                  <a:pt x="229660" y="176662"/>
                </a:cubicBezTo>
                <a:lnTo>
                  <a:pt x="52998" y="176662"/>
                </a:lnTo>
                <a:cubicBezTo>
                  <a:pt x="43227" y="176662"/>
                  <a:pt x="35332" y="168767"/>
                  <a:pt x="35332" y="158995"/>
                </a:cubicBezTo>
                <a:lnTo>
                  <a:pt x="35332" y="70665"/>
                </a:lnTo>
                <a:cubicBezTo>
                  <a:pt x="35332" y="60893"/>
                  <a:pt x="43227" y="52998"/>
                  <a:pt x="52998" y="52998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39241" y="1515048"/>
            <a:ext cx="319404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PyQt6 Application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2854" y="1967185"/>
            <a:ext cx="6435190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</a:t>
            </a:r>
            <a:r>
              <a:rPr lang="en-US" sz="1187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Python's most powerful GUI framework</a:t>
            </a:r>
            <a:r>
              <a:rPr lang="en-US" sz="118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presentation layer delivers high-performance, cross-platform compatibility with native look-and-feel across Windows, Linux, and macOS environments.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2854" y="2852848"/>
            <a:ext cx="3118665" cy="716068"/>
          </a:xfrm>
          <a:custGeom>
            <a:avLst/>
            <a:gdLst/>
            <a:ahLst/>
            <a:cxnLst/>
            <a:rect l="l" t="t" r="r" b="b"/>
            <a:pathLst>
              <a:path w="3118665" h="716068">
                <a:moveTo>
                  <a:pt x="37687" y="0"/>
                </a:moveTo>
                <a:lnTo>
                  <a:pt x="3080978" y="0"/>
                </a:lnTo>
                <a:cubicBezTo>
                  <a:pt x="3101792" y="0"/>
                  <a:pt x="3118665" y="16873"/>
                  <a:pt x="3118665" y="37687"/>
                </a:cubicBezTo>
                <a:lnTo>
                  <a:pt x="3118665" y="678381"/>
                </a:lnTo>
                <a:cubicBezTo>
                  <a:pt x="3118665" y="699195"/>
                  <a:pt x="3101792" y="716068"/>
                  <a:pt x="3080978" y="716068"/>
                </a:cubicBezTo>
                <a:lnTo>
                  <a:pt x="37687" y="716068"/>
                </a:lnTo>
                <a:cubicBezTo>
                  <a:pt x="16873" y="716068"/>
                  <a:pt x="0" y="699195"/>
                  <a:pt x="0" y="678381"/>
                </a:cubicBezTo>
                <a:lnTo>
                  <a:pt x="0" y="37687"/>
                </a:lnTo>
                <a:cubicBezTo>
                  <a:pt x="0" y="16887"/>
                  <a:pt x="16887" y="0"/>
                  <a:pt x="3768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918" y="2965911"/>
            <a:ext cx="297733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918" y="3267413"/>
            <a:ext cx="29584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C++ backend with Python flexibility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8940" y="2852848"/>
            <a:ext cx="3118665" cy="716068"/>
          </a:xfrm>
          <a:custGeom>
            <a:avLst/>
            <a:gdLst/>
            <a:ahLst/>
            <a:cxnLst/>
            <a:rect l="l" t="t" r="r" b="b"/>
            <a:pathLst>
              <a:path w="3118665" h="716068">
                <a:moveTo>
                  <a:pt x="37687" y="0"/>
                </a:moveTo>
                <a:lnTo>
                  <a:pt x="3080978" y="0"/>
                </a:lnTo>
                <a:cubicBezTo>
                  <a:pt x="3101792" y="0"/>
                  <a:pt x="3118665" y="16873"/>
                  <a:pt x="3118665" y="37687"/>
                </a:cubicBezTo>
                <a:lnTo>
                  <a:pt x="3118665" y="678381"/>
                </a:lnTo>
                <a:cubicBezTo>
                  <a:pt x="3118665" y="699195"/>
                  <a:pt x="3101792" y="716068"/>
                  <a:pt x="3080978" y="716068"/>
                </a:cubicBezTo>
                <a:lnTo>
                  <a:pt x="37687" y="716068"/>
                </a:lnTo>
                <a:cubicBezTo>
                  <a:pt x="16873" y="716068"/>
                  <a:pt x="0" y="699195"/>
                  <a:pt x="0" y="678381"/>
                </a:cubicBezTo>
                <a:lnTo>
                  <a:pt x="0" y="37687"/>
                </a:lnTo>
                <a:cubicBezTo>
                  <a:pt x="0" y="16887"/>
                  <a:pt x="16887" y="0"/>
                  <a:pt x="3768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922004" y="2965911"/>
            <a:ext cx="297733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22004" y="3267413"/>
            <a:ext cx="29584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experience on all major operating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647" y="3919413"/>
            <a:ext cx="6744230" cy="2937763"/>
          </a:xfrm>
          <a:custGeom>
            <a:avLst/>
            <a:gdLst/>
            <a:ahLst/>
            <a:cxnLst/>
            <a:rect l="l" t="t" r="r" b="b"/>
            <a:pathLst>
              <a:path w="6744230" h="2937763">
                <a:moveTo>
                  <a:pt x="75383" y="0"/>
                </a:moveTo>
                <a:lnTo>
                  <a:pt x="6668847" y="0"/>
                </a:lnTo>
                <a:cubicBezTo>
                  <a:pt x="6710480" y="0"/>
                  <a:pt x="6744230" y="33750"/>
                  <a:pt x="6744230" y="75383"/>
                </a:cubicBezTo>
                <a:lnTo>
                  <a:pt x="6744230" y="2862380"/>
                </a:lnTo>
                <a:cubicBezTo>
                  <a:pt x="6744230" y="2903985"/>
                  <a:pt x="6710452" y="2937763"/>
                  <a:pt x="6668847" y="2937763"/>
                </a:cubicBezTo>
                <a:lnTo>
                  <a:pt x="75383" y="2937763"/>
                </a:lnTo>
                <a:cubicBezTo>
                  <a:pt x="33750" y="2937763"/>
                  <a:pt x="0" y="2904013"/>
                  <a:pt x="0" y="2862380"/>
                </a:cubicBezTo>
                <a:lnTo>
                  <a:pt x="0" y="75383"/>
                </a:lnTo>
                <a:cubicBezTo>
                  <a:pt x="0" y="33778"/>
                  <a:pt x="33778" y="0"/>
                  <a:pt x="7538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4350">
                  <a:alpha val="30000"/>
                </a:srgbClr>
              </a:gs>
              <a:gs pos="100000">
                <a:srgbClr val="5F677D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0542" y="4120924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128356" y="2871"/>
                </a:moveTo>
                <a:cubicBezTo>
                  <a:pt x="136581" y="-939"/>
                  <a:pt x="146077" y="-939"/>
                  <a:pt x="154303" y="2871"/>
                </a:cubicBezTo>
                <a:lnTo>
                  <a:pt x="274985" y="58630"/>
                </a:lnTo>
                <a:cubicBezTo>
                  <a:pt x="279677" y="60783"/>
                  <a:pt x="282658" y="65475"/>
                  <a:pt x="282658" y="70665"/>
                </a:cubicBezTo>
                <a:cubicBezTo>
                  <a:pt x="282658" y="75854"/>
                  <a:pt x="279677" y="80547"/>
                  <a:pt x="274985" y="82700"/>
                </a:cubicBezTo>
                <a:lnTo>
                  <a:pt x="154303" y="138458"/>
                </a:lnTo>
                <a:cubicBezTo>
                  <a:pt x="146077" y="142268"/>
                  <a:pt x="136581" y="142268"/>
                  <a:pt x="128356" y="138458"/>
                </a:cubicBezTo>
                <a:lnTo>
                  <a:pt x="7674" y="82700"/>
                </a:lnTo>
                <a:cubicBezTo>
                  <a:pt x="2981" y="80491"/>
                  <a:pt x="0" y="75799"/>
                  <a:pt x="0" y="70665"/>
                </a:cubicBezTo>
                <a:cubicBezTo>
                  <a:pt x="0" y="65530"/>
                  <a:pt x="2981" y="60783"/>
                  <a:pt x="7674" y="58630"/>
                </a:cubicBezTo>
                <a:lnTo>
                  <a:pt x="128356" y="2871"/>
                </a:lnTo>
                <a:close/>
                <a:moveTo>
                  <a:pt x="26554" y="120571"/>
                </a:moveTo>
                <a:lnTo>
                  <a:pt x="117259" y="162473"/>
                </a:lnTo>
                <a:cubicBezTo>
                  <a:pt x="132551" y="169540"/>
                  <a:pt x="150162" y="169540"/>
                  <a:pt x="165455" y="162473"/>
                </a:cubicBezTo>
                <a:lnTo>
                  <a:pt x="256159" y="120571"/>
                </a:lnTo>
                <a:lnTo>
                  <a:pt x="274985" y="129294"/>
                </a:lnTo>
                <a:cubicBezTo>
                  <a:pt x="279677" y="131447"/>
                  <a:pt x="282658" y="136140"/>
                  <a:pt x="282658" y="141329"/>
                </a:cubicBezTo>
                <a:cubicBezTo>
                  <a:pt x="282658" y="146519"/>
                  <a:pt x="279677" y="151211"/>
                  <a:pt x="274985" y="153364"/>
                </a:cubicBezTo>
                <a:lnTo>
                  <a:pt x="154303" y="209123"/>
                </a:lnTo>
                <a:cubicBezTo>
                  <a:pt x="146077" y="212932"/>
                  <a:pt x="136581" y="212932"/>
                  <a:pt x="128356" y="209123"/>
                </a:cubicBezTo>
                <a:lnTo>
                  <a:pt x="7674" y="153364"/>
                </a:lnTo>
                <a:cubicBezTo>
                  <a:pt x="2981" y="151156"/>
                  <a:pt x="0" y="146463"/>
                  <a:pt x="0" y="141329"/>
                </a:cubicBezTo>
                <a:cubicBezTo>
                  <a:pt x="0" y="136195"/>
                  <a:pt x="2981" y="131447"/>
                  <a:pt x="7674" y="129294"/>
                </a:cubicBezTo>
                <a:lnTo>
                  <a:pt x="26499" y="120571"/>
                </a:lnTo>
                <a:close/>
                <a:moveTo>
                  <a:pt x="7674" y="199959"/>
                </a:moveTo>
                <a:lnTo>
                  <a:pt x="26499" y="191236"/>
                </a:lnTo>
                <a:lnTo>
                  <a:pt x="117204" y="233138"/>
                </a:lnTo>
                <a:cubicBezTo>
                  <a:pt x="132496" y="240204"/>
                  <a:pt x="150107" y="240204"/>
                  <a:pt x="165399" y="233138"/>
                </a:cubicBezTo>
                <a:lnTo>
                  <a:pt x="256104" y="191236"/>
                </a:lnTo>
                <a:lnTo>
                  <a:pt x="274929" y="199959"/>
                </a:lnTo>
                <a:cubicBezTo>
                  <a:pt x="279622" y="202112"/>
                  <a:pt x="282603" y="206804"/>
                  <a:pt x="282603" y="211994"/>
                </a:cubicBezTo>
                <a:cubicBezTo>
                  <a:pt x="282603" y="217183"/>
                  <a:pt x="279622" y="221876"/>
                  <a:pt x="274929" y="224029"/>
                </a:cubicBezTo>
                <a:lnTo>
                  <a:pt x="154248" y="279788"/>
                </a:lnTo>
                <a:cubicBezTo>
                  <a:pt x="146022" y="283597"/>
                  <a:pt x="136526" y="283597"/>
                  <a:pt x="128300" y="279788"/>
                </a:cubicBezTo>
                <a:lnTo>
                  <a:pt x="7674" y="224029"/>
                </a:lnTo>
                <a:cubicBezTo>
                  <a:pt x="2981" y="221821"/>
                  <a:pt x="0" y="217128"/>
                  <a:pt x="0" y="211994"/>
                </a:cubicBezTo>
                <a:cubicBezTo>
                  <a:pt x="0" y="206860"/>
                  <a:pt x="2981" y="202112"/>
                  <a:pt x="7674" y="199959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39241" y="4111620"/>
            <a:ext cx="25721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Multi-View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2854" y="4563756"/>
            <a:ext cx="6435190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Eleven specialized views provide comprehensive analysis perspectives, from high-level dashboards to detailed byte-level inspections. Each view is optimized for specific analysis workflows.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2854" y="544941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257006" y="554740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21199" y="21199"/>
                </a:moveTo>
                <a:cubicBezTo>
                  <a:pt x="21199" y="15336"/>
                  <a:pt x="16463" y="10600"/>
                  <a:pt x="10600" y="10600"/>
                </a:cubicBezTo>
                <a:cubicBezTo>
                  <a:pt x="4737" y="10600"/>
                  <a:pt x="0" y="15336"/>
                  <a:pt x="0" y="21199"/>
                </a:cubicBezTo>
                <a:lnTo>
                  <a:pt x="0" y="132496"/>
                </a:lnTo>
                <a:cubicBezTo>
                  <a:pt x="0" y="147137"/>
                  <a:pt x="11858" y="158995"/>
                  <a:pt x="26499" y="158995"/>
                </a:cubicBezTo>
                <a:lnTo>
                  <a:pt x="158995" y="158995"/>
                </a:lnTo>
                <a:cubicBezTo>
                  <a:pt x="164858" y="158995"/>
                  <a:pt x="169595" y="154259"/>
                  <a:pt x="169595" y="148396"/>
                </a:cubicBezTo>
                <a:cubicBezTo>
                  <a:pt x="169595" y="142533"/>
                  <a:pt x="164858" y="137796"/>
                  <a:pt x="158995" y="137796"/>
                </a:cubicBezTo>
                <a:lnTo>
                  <a:pt x="26499" y="137796"/>
                </a:lnTo>
                <a:cubicBezTo>
                  <a:pt x="23584" y="137796"/>
                  <a:pt x="21199" y="135411"/>
                  <a:pt x="21199" y="132496"/>
                </a:cubicBezTo>
                <a:lnTo>
                  <a:pt x="21199" y="21199"/>
                </a:lnTo>
                <a:close/>
                <a:moveTo>
                  <a:pt x="155882" y="49885"/>
                </a:moveTo>
                <a:cubicBezTo>
                  <a:pt x="160022" y="45744"/>
                  <a:pt x="160022" y="39020"/>
                  <a:pt x="155882" y="34880"/>
                </a:cubicBezTo>
                <a:cubicBezTo>
                  <a:pt x="151741" y="30739"/>
                  <a:pt x="145017" y="30739"/>
                  <a:pt x="140877" y="34880"/>
                </a:cubicBezTo>
                <a:lnTo>
                  <a:pt x="105997" y="69792"/>
                </a:lnTo>
                <a:lnTo>
                  <a:pt x="86984" y="50812"/>
                </a:lnTo>
                <a:cubicBezTo>
                  <a:pt x="82843" y="46672"/>
                  <a:pt x="76119" y="46672"/>
                  <a:pt x="71979" y="50812"/>
                </a:cubicBezTo>
                <a:lnTo>
                  <a:pt x="40179" y="82611"/>
                </a:lnTo>
                <a:cubicBezTo>
                  <a:pt x="36039" y="86752"/>
                  <a:pt x="36039" y="93476"/>
                  <a:pt x="40179" y="97617"/>
                </a:cubicBezTo>
                <a:cubicBezTo>
                  <a:pt x="44320" y="101757"/>
                  <a:pt x="51044" y="101757"/>
                  <a:pt x="55185" y="97617"/>
                </a:cubicBezTo>
                <a:lnTo>
                  <a:pt x="79498" y="73303"/>
                </a:lnTo>
                <a:lnTo>
                  <a:pt x="98511" y="92317"/>
                </a:lnTo>
                <a:cubicBezTo>
                  <a:pt x="102651" y="96457"/>
                  <a:pt x="109376" y="96457"/>
                  <a:pt x="113516" y="92317"/>
                </a:cubicBezTo>
                <a:lnTo>
                  <a:pt x="155915" y="49918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15253" y="5754689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81416" y="544941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886767" y="5547406"/>
            <a:ext cx="127196" cy="169595"/>
          </a:xfrm>
          <a:custGeom>
            <a:avLst/>
            <a:gdLst/>
            <a:ahLst/>
            <a:cxnLst/>
            <a:rect l="l" t="t" r="r" b="b"/>
            <a:pathLst>
              <a:path w="127196" h="169595">
                <a:moveTo>
                  <a:pt x="0" y="21199"/>
                </a:moveTo>
                <a:cubicBezTo>
                  <a:pt x="0" y="9507"/>
                  <a:pt x="9507" y="0"/>
                  <a:pt x="21199" y="0"/>
                </a:cubicBezTo>
                <a:lnTo>
                  <a:pt x="70720" y="0"/>
                </a:lnTo>
                <a:cubicBezTo>
                  <a:pt x="76351" y="0"/>
                  <a:pt x="81750" y="2219"/>
                  <a:pt x="85725" y="6194"/>
                </a:cubicBezTo>
                <a:lnTo>
                  <a:pt x="121002" y="41504"/>
                </a:lnTo>
                <a:cubicBezTo>
                  <a:pt x="124977" y="45479"/>
                  <a:pt x="127196" y="50879"/>
                  <a:pt x="127196" y="56510"/>
                </a:cubicBezTo>
                <a:lnTo>
                  <a:pt x="127196" y="148396"/>
                </a:lnTo>
                <a:cubicBezTo>
                  <a:pt x="127196" y="160088"/>
                  <a:pt x="117690" y="169595"/>
                  <a:pt x="105997" y="169595"/>
                </a:cubicBezTo>
                <a:lnTo>
                  <a:pt x="21199" y="169595"/>
                </a:lnTo>
                <a:cubicBezTo>
                  <a:pt x="9507" y="169595"/>
                  <a:pt x="0" y="160088"/>
                  <a:pt x="0" y="148396"/>
                </a:cubicBezTo>
                <a:lnTo>
                  <a:pt x="0" y="21199"/>
                </a:lnTo>
                <a:close/>
                <a:moveTo>
                  <a:pt x="68898" y="19378"/>
                </a:moveTo>
                <a:lnTo>
                  <a:pt x="68898" y="50349"/>
                </a:lnTo>
                <a:cubicBezTo>
                  <a:pt x="68898" y="54754"/>
                  <a:pt x="72442" y="58298"/>
                  <a:pt x="76848" y="58298"/>
                </a:cubicBezTo>
                <a:lnTo>
                  <a:pt x="107819" y="58298"/>
                </a:lnTo>
                <a:lnTo>
                  <a:pt x="68898" y="19378"/>
                </a:lnTo>
                <a:close/>
                <a:moveTo>
                  <a:pt x="51077" y="97915"/>
                </a:moveTo>
                <a:cubicBezTo>
                  <a:pt x="53926" y="94569"/>
                  <a:pt x="53562" y="89567"/>
                  <a:pt x="50216" y="86719"/>
                </a:cubicBezTo>
                <a:cubicBezTo>
                  <a:pt x="46871" y="83870"/>
                  <a:pt x="41869" y="84234"/>
                  <a:pt x="39020" y="87580"/>
                </a:cubicBezTo>
                <a:lnTo>
                  <a:pt x="23121" y="106129"/>
                </a:lnTo>
                <a:cubicBezTo>
                  <a:pt x="20570" y="109111"/>
                  <a:pt x="20570" y="113483"/>
                  <a:pt x="23121" y="116464"/>
                </a:cubicBezTo>
                <a:lnTo>
                  <a:pt x="39020" y="135014"/>
                </a:lnTo>
                <a:cubicBezTo>
                  <a:pt x="41869" y="138359"/>
                  <a:pt x="46904" y="138723"/>
                  <a:pt x="50216" y="135875"/>
                </a:cubicBezTo>
                <a:cubicBezTo>
                  <a:pt x="53528" y="133026"/>
                  <a:pt x="53926" y="127991"/>
                  <a:pt x="51077" y="124679"/>
                </a:cubicBezTo>
                <a:lnTo>
                  <a:pt x="39616" y="111297"/>
                </a:lnTo>
                <a:lnTo>
                  <a:pt x="51077" y="97915"/>
                </a:lnTo>
                <a:close/>
                <a:moveTo>
                  <a:pt x="88176" y="87580"/>
                </a:moveTo>
                <a:cubicBezTo>
                  <a:pt x="85328" y="84234"/>
                  <a:pt x="80293" y="83870"/>
                  <a:pt x="76980" y="86719"/>
                </a:cubicBezTo>
                <a:cubicBezTo>
                  <a:pt x="73668" y="89567"/>
                  <a:pt x="73270" y="94602"/>
                  <a:pt x="76119" y="97915"/>
                </a:cubicBezTo>
                <a:lnTo>
                  <a:pt x="87580" y="111297"/>
                </a:lnTo>
                <a:lnTo>
                  <a:pt x="76119" y="124679"/>
                </a:lnTo>
                <a:cubicBezTo>
                  <a:pt x="73270" y="128024"/>
                  <a:pt x="73635" y="133026"/>
                  <a:pt x="76980" y="135875"/>
                </a:cubicBezTo>
                <a:cubicBezTo>
                  <a:pt x="80326" y="138723"/>
                  <a:pt x="85328" y="138359"/>
                  <a:pt x="88176" y="135014"/>
                </a:cubicBezTo>
                <a:lnTo>
                  <a:pt x="104076" y="116464"/>
                </a:lnTo>
                <a:cubicBezTo>
                  <a:pt x="106626" y="113483"/>
                  <a:pt x="106626" y="109111"/>
                  <a:pt x="104076" y="106129"/>
                </a:cubicBezTo>
                <a:lnTo>
                  <a:pt x="88176" y="87580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223815" y="5754689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90096" y="544941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474247" y="554740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3250" y="15900"/>
                </a:moveTo>
                <a:cubicBezTo>
                  <a:pt x="8844" y="15900"/>
                  <a:pt x="5300" y="19444"/>
                  <a:pt x="5300" y="23849"/>
                </a:cubicBezTo>
                <a:lnTo>
                  <a:pt x="5300" y="39749"/>
                </a:lnTo>
                <a:cubicBezTo>
                  <a:pt x="5300" y="44154"/>
                  <a:pt x="8844" y="47699"/>
                  <a:pt x="13250" y="47699"/>
                </a:cubicBezTo>
                <a:lnTo>
                  <a:pt x="29149" y="47699"/>
                </a:lnTo>
                <a:cubicBezTo>
                  <a:pt x="33555" y="47699"/>
                  <a:pt x="37099" y="44154"/>
                  <a:pt x="37099" y="39749"/>
                </a:cubicBezTo>
                <a:lnTo>
                  <a:pt x="37099" y="23849"/>
                </a:lnTo>
                <a:cubicBezTo>
                  <a:pt x="37099" y="19444"/>
                  <a:pt x="33555" y="15900"/>
                  <a:pt x="29149" y="15900"/>
                </a:cubicBezTo>
                <a:lnTo>
                  <a:pt x="13250" y="15900"/>
                </a:lnTo>
                <a:close/>
                <a:moveTo>
                  <a:pt x="63598" y="21199"/>
                </a:moveTo>
                <a:cubicBezTo>
                  <a:pt x="57735" y="21199"/>
                  <a:pt x="52998" y="25936"/>
                  <a:pt x="52998" y="31799"/>
                </a:cubicBezTo>
                <a:cubicBezTo>
                  <a:pt x="52998" y="37662"/>
                  <a:pt x="57735" y="42399"/>
                  <a:pt x="63598" y="42399"/>
                </a:cubicBezTo>
                <a:lnTo>
                  <a:pt x="158995" y="42399"/>
                </a:lnTo>
                <a:cubicBezTo>
                  <a:pt x="164858" y="42399"/>
                  <a:pt x="169595" y="37662"/>
                  <a:pt x="169595" y="31799"/>
                </a:cubicBezTo>
                <a:cubicBezTo>
                  <a:pt x="169595" y="25936"/>
                  <a:pt x="164858" y="21199"/>
                  <a:pt x="158995" y="21199"/>
                </a:cubicBezTo>
                <a:lnTo>
                  <a:pt x="63598" y="21199"/>
                </a:lnTo>
                <a:close/>
                <a:moveTo>
                  <a:pt x="63598" y="74198"/>
                </a:moveTo>
                <a:cubicBezTo>
                  <a:pt x="57735" y="74198"/>
                  <a:pt x="52998" y="78935"/>
                  <a:pt x="52998" y="84798"/>
                </a:cubicBezTo>
                <a:cubicBezTo>
                  <a:pt x="52998" y="90660"/>
                  <a:pt x="57735" y="95397"/>
                  <a:pt x="63598" y="95397"/>
                </a:cubicBezTo>
                <a:lnTo>
                  <a:pt x="158995" y="95397"/>
                </a:lnTo>
                <a:cubicBezTo>
                  <a:pt x="164858" y="95397"/>
                  <a:pt x="169595" y="90660"/>
                  <a:pt x="169595" y="84798"/>
                </a:cubicBezTo>
                <a:cubicBezTo>
                  <a:pt x="169595" y="78935"/>
                  <a:pt x="164858" y="74198"/>
                  <a:pt x="158995" y="74198"/>
                </a:cubicBezTo>
                <a:lnTo>
                  <a:pt x="63598" y="74198"/>
                </a:lnTo>
                <a:close/>
                <a:moveTo>
                  <a:pt x="63598" y="127196"/>
                </a:moveTo>
                <a:cubicBezTo>
                  <a:pt x="57735" y="127196"/>
                  <a:pt x="52998" y="131933"/>
                  <a:pt x="52998" y="137796"/>
                </a:cubicBezTo>
                <a:cubicBezTo>
                  <a:pt x="52998" y="143659"/>
                  <a:pt x="57735" y="148396"/>
                  <a:pt x="63598" y="148396"/>
                </a:cubicBezTo>
                <a:lnTo>
                  <a:pt x="158995" y="148396"/>
                </a:lnTo>
                <a:cubicBezTo>
                  <a:pt x="164858" y="148396"/>
                  <a:pt x="169595" y="143659"/>
                  <a:pt x="169595" y="137796"/>
                </a:cubicBezTo>
                <a:cubicBezTo>
                  <a:pt x="169595" y="131933"/>
                  <a:pt x="164858" y="127196"/>
                  <a:pt x="158995" y="127196"/>
                </a:cubicBezTo>
                <a:lnTo>
                  <a:pt x="63598" y="127196"/>
                </a:lnTo>
                <a:close/>
                <a:moveTo>
                  <a:pt x="5300" y="76848"/>
                </a:moveTo>
                <a:lnTo>
                  <a:pt x="5300" y="92747"/>
                </a:lnTo>
                <a:cubicBezTo>
                  <a:pt x="5300" y="97153"/>
                  <a:pt x="8844" y="100697"/>
                  <a:pt x="13250" y="100697"/>
                </a:cubicBezTo>
                <a:lnTo>
                  <a:pt x="29149" y="100697"/>
                </a:lnTo>
                <a:cubicBezTo>
                  <a:pt x="33555" y="100697"/>
                  <a:pt x="37099" y="97153"/>
                  <a:pt x="37099" y="92747"/>
                </a:cubicBezTo>
                <a:lnTo>
                  <a:pt x="37099" y="76848"/>
                </a:lnTo>
                <a:cubicBezTo>
                  <a:pt x="37099" y="72442"/>
                  <a:pt x="33555" y="68898"/>
                  <a:pt x="29149" y="68898"/>
                </a:cubicBezTo>
                <a:lnTo>
                  <a:pt x="13250" y="68898"/>
                </a:lnTo>
                <a:cubicBezTo>
                  <a:pt x="8844" y="68898"/>
                  <a:pt x="5300" y="72442"/>
                  <a:pt x="5300" y="76848"/>
                </a:cubicBezTo>
                <a:close/>
                <a:moveTo>
                  <a:pt x="13250" y="121896"/>
                </a:moveTo>
                <a:cubicBezTo>
                  <a:pt x="8844" y="121896"/>
                  <a:pt x="5300" y="125441"/>
                  <a:pt x="5300" y="129846"/>
                </a:cubicBezTo>
                <a:lnTo>
                  <a:pt x="5300" y="145746"/>
                </a:lnTo>
                <a:cubicBezTo>
                  <a:pt x="5300" y="150151"/>
                  <a:pt x="8844" y="153696"/>
                  <a:pt x="13250" y="153696"/>
                </a:cubicBezTo>
                <a:lnTo>
                  <a:pt x="29149" y="153696"/>
                </a:lnTo>
                <a:cubicBezTo>
                  <a:pt x="33555" y="153696"/>
                  <a:pt x="37099" y="150151"/>
                  <a:pt x="37099" y="145746"/>
                </a:cubicBezTo>
                <a:lnTo>
                  <a:pt x="37099" y="129846"/>
                </a:lnTo>
                <a:cubicBezTo>
                  <a:pt x="37099" y="125441"/>
                  <a:pt x="33555" y="121896"/>
                  <a:pt x="29149" y="121896"/>
                </a:cubicBezTo>
                <a:lnTo>
                  <a:pt x="13250" y="121896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832495" y="5754689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String View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8658" y="544941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82810" y="554740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0" y="26499"/>
                </a:moveTo>
                <a:cubicBezTo>
                  <a:pt x="0" y="17721"/>
                  <a:pt x="7122" y="10600"/>
                  <a:pt x="15900" y="10600"/>
                </a:cubicBezTo>
                <a:lnTo>
                  <a:pt x="47699" y="10600"/>
                </a:lnTo>
                <a:cubicBezTo>
                  <a:pt x="56476" y="10600"/>
                  <a:pt x="63598" y="17721"/>
                  <a:pt x="63598" y="26499"/>
                </a:cubicBezTo>
                <a:lnTo>
                  <a:pt x="63598" y="31799"/>
                </a:lnTo>
                <a:lnTo>
                  <a:pt x="105997" y="31799"/>
                </a:lnTo>
                <a:lnTo>
                  <a:pt x="105997" y="26499"/>
                </a:lnTo>
                <a:cubicBezTo>
                  <a:pt x="105997" y="17721"/>
                  <a:pt x="113119" y="10600"/>
                  <a:pt x="121896" y="10600"/>
                </a:cubicBezTo>
                <a:lnTo>
                  <a:pt x="153696" y="10600"/>
                </a:lnTo>
                <a:cubicBezTo>
                  <a:pt x="162473" y="10600"/>
                  <a:pt x="169595" y="17721"/>
                  <a:pt x="169595" y="26499"/>
                </a:cubicBezTo>
                <a:lnTo>
                  <a:pt x="169595" y="58298"/>
                </a:lnTo>
                <a:cubicBezTo>
                  <a:pt x="169595" y="67076"/>
                  <a:pt x="162473" y="74198"/>
                  <a:pt x="153696" y="74198"/>
                </a:cubicBezTo>
                <a:lnTo>
                  <a:pt x="121896" y="74198"/>
                </a:lnTo>
                <a:cubicBezTo>
                  <a:pt x="113119" y="74198"/>
                  <a:pt x="105997" y="67076"/>
                  <a:pt x="105997" y="58298"/>
                </a:cubicBezTo>
                <a:lnTo>
                  <a:pt x="105997" y="52998"/>
                </a:lnTo>
                <a:lnTo>
                  <a:pt x="63598" y="52998"/>
                </a:lnTo>
                <a:lnTo>
                  <a:pt x="63598" y="58298"/>
                </a:lnTo>
                <a:cubicBezTo>
                  <a:pt x="63598" y="60716"/>
                  <a:pt x="63035" y="63035"/>
                  <a:pt x="62074" y="65089"/>
                </a:cubicBezTo>
                <a:lnTo>
                  <a:pt x="84798" y="95397"/>
                </a:lnTo>
                <a:lnTo>
                  <a:pt x="111297" y="95397"/>
                </a:lnTo>
                <a:cubicBezTo>
                  <a:pt x="120075" y="95397"/>
                  <a:pt x="127196" y="102519"/>
                  <a:pt x="127196" y="111297"/>
                </a:cubicBezTo>
                <a:lnTo>
                  <a:pt x="127196" y="143096"/>
                </a:lnTo>
                <a:cubicBezTo>
                  <a:pt x="127196" y="151874"/>
                  <a:pt x="120075" y="158995"/>
                  <a:pt x="111297" y="158995"/>
                </a:cubicBezTo>
                <a:lnTo>
                  <a:pt x="79498" y="158995"/>
                </a:lnTo>
                <a:cubicBezTo>
                  <a:pt x="70720" y="158995"/>
                  <a:pt x="63598" y="151874"/>
                  <a:pt x="63598" y="143096"/>
                </a:cubicBezTo>
                <a:lnTo>
                  <a:pt x="63598" y="111297"/>
                </a:lnTo>
                <a:cubicBezTo>
                  <a:pt x="63598" y="108879"/>
                  <a:pt x="64161" y="106560"/>
                  <a:pt x="65122" y="104506"/>
                </a:cubicBezTo>
                <a:lnTo>
                  <a:pt x="42399" y="74198"/>
                </a:lnTo>
                <a:lnTo>
                  <a:pt x="15900" y="74198"/>
                </a:lnTo>
                <a:cubicBezTo>
                  <a:pt x="7122" y="74198"/>
                  <a:pt x="0" y="67076"/>
                  <a:pt x="0" y="58298"/>
                </a:cubicBezTo>
                <a:lnTo>
                  <a:pt x="0" y="26499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441057" y="5754689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Disasm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2854" y="609387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257006" y="6191869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3936" y="961"/>
                </a:moveTo>
                <a:cubicBezTo>
                  <a:pt x="82545" y="331"/>
                  <a:pt x="81055" y="0"/>
                  <a:pt x="79498" y="0"/>
                </a:cubicBezTo>
                <a:cubicBezTo>
                  <a:pt x="77941" y="0"/>
                  <a:pt x="76450" y="331"/>
                  <a:pt x="75059" y="961"/>
                </a:cubicBezTo>
                <a:lnTo>
                  <a:pt x="12687" y="27427"/>
                </a:lnTo>
                <a:cubicBezTo>
                  <a:pt x="5399" y="30507"/>
                  <a:pt x="-33" y="37695"/>
                  <a:pt x="0" y="46374"/>
                </a:cubicBezTo>
                <a:cubicBezTo>
                  <a:pt x="166" y="79233"/>
                  <a:pt x="13680" y="139353"/>
                  <a:pt x="70753" y="166680"/>
                </a:cubicBezTo>
                <a:cubicBezTo>
                  <a:pt x="76285" y="169330"/>
                  <a:pt x="82711" y="169330"/>
                  <a:pt x="88242" y="166680"/>
                </a:cubicBezTo>
                <a:cubicBezTo>
                  <a:pt x="145348" y="139353"/>
                  <a:pt x="158863" y="79233"/>
                  <a:pt x="158995" y="46374"/>
                </a:cubicBezTo>
                <a:cubicBezTo>
                  <a:pt x="159028" y="37695"/>
                  <a:pt x="153596" y="30507"/>
                  <a:pt x="146309" y="27427"/>
                </a:cubicBezTo>
                <a:lnTo>
                  <a:pt x="83936" y="961"/>
                </a:lnTo>
                <a:close/>
                <a:moveTo>
                  <a:pt x="79498" y="42399"/>
                </a:moveTo>
                <a:cubicBezTo>
                  <a:pt x="83903" y="42399"/>
                  <a:pt x="87447" y="45943"/>
                  <a:pt x="87447" y="50349"/>
                </a:cubicBezTo>
                <a:cubicBezTo>
                  <a:pt x="87447" y="57934"/>
                  <a:pt x="96623" y="61743"/>
                  <a:pt x="101989" y="56377"/>
                </a:cubicBezTo>
                <a:cubicBezTo>
                  <a:pt x="105103" y="53263"/>
                  <a:pt x="110137" y="53263"/>
                  <a:pt x="113218" y="56377"/>
                </a:cubicBezTo>
                <a:cubicBezTo>
                  <a:pt x="116298" y="59491"/>
                  <a:pt x="116332" y="64526"/>
                  <a:pt x="113218" y="67606"/>
                </a:cubicBezTo>
                <a:cubicBezTo>
                  <a:pt x="107852" y="72972"/>
                  <a:pt x="111661" y="82148"/>
                  <a:pt x="119247" y="82148"/>
                </a:cubicBezTo>
                <a:cubicBezTo>
                  <a:pt x="123652" y="82148"/>
                  <a:pt x="127196" y="85692"/>
                  <a:pt x="127196" y="90097"/>
                </a:cubicBezTo>
                <a:cubicBezTo>
                  <a:pt x="127196" y="94503"/>
                  <a:pt x="123652" y="98047"/>
                  <a:pt x="119247" y="98047"/>
                </a:cubicBezTo>
                <a:cubicBezTo>
                  <a:pt x="111661" y="98047"/>
                  <a:pt x="107852" y="107222"/>
                  <a:pt x="113218" y="112589"/>
                </a:cubicBezTo>
                <a:cubicBezTo>
                  <a:pt x="116332" y="115702"/>
                  <a:pt x="116332" y="120737"/>
                  <a:pt x="113218" y="123818"/>
                </a:cubicBezTo>
                <a:cubicBezTo>
                  <a:pt x="110104" y="126898"/>
                  <a:pt x="105069" y="126931"/>
                  <a:pt x="101989" y="123818"/>
                </a:cubicBezTo>
                <a:cubicBezTo>
                  <a:pt x="96623" y="118452"/>
                  <a:pt x="87447" y="122261"/>
                  <a:pt x="87447" y="129846"/>
                </a:cubicBezTo>
                <a:cubicBezTo>
                  <a:pt x="87447" y="134252"/>
                  <a:pt x="83903" y="137796"/>
                  <a:pt x="79498" y="137796"/>
                </a:cubicBezTo>
                <a:cubicBezTo>
                  <a:pt x="75092" y="137796"/>
                  <a:pt x="71548" y="134252"/>
                  <a:pt x="71548" y="129846"/>
                </a:cubicBezTo>
                <a:cubicBezTo>
                  <a:pt x="71548" y="122261"/>
                  <a:pt x="62373" y="118452"/>
                  <a:pt x="57006" y="123818"/>
                </a:cubicBezTo>
                <a:cubicBezTo>
                  <a:pt x="53893" y="126931"/>
                  <a:pt x="48858" y="126931"/>
                  <a:pt x="45777" y="123818"/>
                </a:cubicBezTo>
                <a:cubicBezTo>
                  <a:pt x="42697" y="120704"/>
                  <a:pt x="42664" y="115669"/>
                  <a:pt x="45777" y="112589"/>
                </a:cubicBezTo>
                <a:cubicBezTo>
                  <a:pt x="51144" y="107222"/>
                  <a:pt x="47334" y="98047"/>
                  <a:pt x="39749" y="98047"/>
                </a:cubicBezTo>
                <a:cubicBezTo>
                  <a:pt x="35343" y="98047"/>
                  <a:pt x="31799" y="94503"/>
                  <a:pt x="31799" y="90097"/>
                </a:cubicBezTo>
                <a:cubicBezTo>
                  <a:pt x="31799" y="85692"/>
                  <a:pt x="35343" y="82148"/>
                  <a:pt x="39749" y="82148"/>
                </a:cubicBezTo>
                <a:cubicBezTo>
                  <a:pt x="47334" y="82148"/>
                  <a:pt x="51144" y="72972"/>
                  <a:pt x="45777" y="67606"/>
                </a:cubicBezTo>
                <a:cubicBezTo>
                  <a:pt x="42664" y="64492"/>
                  <a:pt x="42664" y="59458"/>
                  <a:pt x="45777" y="56377"/>
                </a:cubicBezTo>
                <a:cubicBezTo>
                  <a:pt x="48891" y="53297"/>
                  <a:pt x="53926" y="53263"/>
                  <a:pt x="57006" y="56377"/>
                </a:cubicBezTo>
                <a:cubicBezTo>
                  <a:pt x="62373" y="61743"/>
                  <a:pt x="71548" y="57934"/>
                  <a:pt x="71548" y="50349"/>
                </a:cubicBezTo>
                <a:cubicBezTo>
                  <a:pt x="71548" y="45943"/>
                  <a:pt x="75092" y="42399"/>
                  <a:pt x="79498" y="42399"/>
                </a:cubicBezTo>
                <a:close/>
                <a:moveTo>
                  <a:pt x="68898" y="87447"/>
                </a:moveTo>
                <a:cubicBezTo>
                  <a:pt x="73286" y="87447"/>
                  <a:pt x="76848" y="83885"/>
                  <a:pt x="76848" y="79498"/>
                </a:cubicBezTo>
                <a:cubicBezTo>
                  <a:pt x="76848" y="75110"/>
                  <a:pt x="73286" y="71548"/>
                  <a:pt x="68898" y="71548"/>
                </a:cubicBezTo>
                <a:cubicBezTo>
                  <a:pt x="64510" y="71548"/>
                  <a:pt x="60948" y="75110"/>
                  <a:pt x="60948" y="79498"/>
                </a:cubicBezTo>
                <a:cubicBezTo>
                  <a:pt x="60948" y="83885"/>
                  <a:pt x="64510" y="87447"/>
                  <a:pt x="68898" y="87447"/>
                </a:cubicBezTo>
                <a:close/>
                <a:moveTo>
                  <a:pt x="98047" y="100697"/>
                </a:moveTo>
                <a:cubicBezTo>
                  <a:pt x="98047" y="96309"/>
                  <a:pt x="94485" y="92747"/>
                  <a:pt x="90097" y="92747"/>
                </a:cubicBezTo>
                <a:cubicBezTo>
                  <a:pt x="85710" y="92747"/>
                  <a:pt x="82148" y="96309"/>
                  <a:pt x="82148" y="100697"/>
                </a:cubicBezTo>
                <a:cubicBezTo>
                  <a:pt x="82148" y="105085"/>
                  <a:pt x="85710" y="108647"/>
                  <a:pt x="90097" y="108647"/>
                </a:cubicBezTo>
                <a:cubicBezTo>
                  <a:pt x="94485" y="108647"/>
                  <a:pt x="98047" y="105085"/>
                  <a:pt x="98047" y="100697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15253" y="6399152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81416" y="609387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865568" y="6191869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39749" y="18549"/>
                </a:moveTo>
                <a:cubicBezTo>
                  <a:pt x="39749" y="8314"/>
                  <a:pt x="48063" y="0"/>
                  <a:pt x="58298" y="0"/>
                </a:cubicBezTo>
                <a:lnTo>
                  <a:pt x="66248" y="0"/>
                </a:lnTo>
                <a:cubicBezTo>
                  <a:pt x="72111" y="0"/>
                  <a:pt x="76848" y="4737"/>
                  <a:pt x="76848" y="10600"/>
                </a:cubicBezTo>
                <a:lnTo>
                  <a:pt x="76848" y="158995"/>
                </a:lnTo>
                <a:cubicBezTo>
                  <a:pt x="76848" y="164858"/>
                  <a:pt x="72111" y="169595"/>
                  <a:pt x="66248" y="169595"/>
                </a:cubicBezTo>
                <a:lnTo>
                  <a:pt x="55648" y="169595"/>
                </a:lnTo>
                <a:cubicBezTo>
                  <a:pt x="45777" y="169595"/>
                  <a:pt x="37463" y="162838"/>
                  <a:pt x="35111" y="153696"/>
                </a:cubicBezTo>
                <a:cubicBezTo>
                  <a:pt x="34880" y="153696"/>
                  <a:pt x="34681" y="153696"/>
                  <a:pt x="34449" y="153696"/>
                </a:cubicBezTo>
                <a:cubicBezTo>
                  <a:pt x="19808" y="153696"/>
                  <a:pt x="7950" y="141837"/>
                  <a:pt x="7950" y="127196"/>
                </a:cubicBezTo>
                <a:cubicBezTo>
                  <a:pt x="7950" y="121234"/>
                  <a:pt x="9937" y="115735"/>
                  <a:pt x="13250" y="111297"/>
                </a:cubicBezTo>
                <a:cubicBezTo>
                  <a:pt x="6824" y="106461"/>
                  <a:pt x="2650" y="98776"/>
                  <a:pt x="2650" y="90097"/>
                </a:cubicBezTo>
                <a:cubicBezTo>
                  <a:pt x="2650" y="79862"/>
                  <a:pt x="8480" y="70952"/>
                  <a:pt x="16960" y="66546"/>
                </a:cubicBezTo>
                <a:cubicBezTo>
                  <a:pt x="14608" y="62571"/>
                  <a:pt x="13250" y="57934"/>
                  <a:pt x="13250" y="52998"/>
                </a:cubicBezTo>
                <a:cubicBezTo>
                  <a:pt x="13250" y="38358"/>
                  <a:pt x="25108" y="26499"/>
                  <a:pt x="39749" y="26499"/>
                </a:cubicBezTo>
                <a:lnTo>
                  <a:pt x="39749" y="18549"/>
                </a:lnTo>
                <a:close/>
                <a:moveTo>
                  <a:pt x="129846" y="18549"/>
                </a:moveTo>
                <a:lnTo>
                  <a:pt x="129846" y="26499"/>
                </a:lnTo>
                <a:cubicBezTo>
                  <a:pt x="144487" y="26499"/>
                  <a:pt x="156345" y="38358"/>
                  <a:pt x="156345" y="52998"/>
                </a:cubicBezTo>
                <a:cubicBezTo>
                  <a:pt x="156345" y="57967"/>
                  <a:pt x="154987" y="62604"/>
                  <a:pt x="152636" y="66546"/>
                </a:cubicBezTo>
                <a:cubicBezTo>
                  <a:pt x="161148" y="70952"/>
                  <a:pt x="166945" y="79829"/>
                  <a:pt x="166945" y="90097"/>
                </a:cubicBezTo>
                <a:cubicBezTo>
                  <a:pt x="166945" y="98776"/>
                  <a:pt x="162772" y="106461"/>
                  <a:pt x="156345" y="111297"/>
                </a:cubicBezTo>
                <a:cubicBezTo>
                  <a:pt x="159658" y="115735"/>
                  <a:pt x="161645" y="121234"/>
                  <a:pt x="161645" y="127196"/>
                </a:cubicBezTo>
                <a:cubicBezTo>
                  <a:pt x="161645" y="141837"/>
                  <a:pt x="149787" y="153696"/>
                  <a:pt x="135146" y="153696"/>
                </a:cubicBezTo>
                <a:cubicBezTo>
                  <a:pt x="134914" y="153696"/>
                  <a:pt x="134715" y="153696"/>
                  <a:pt x="134484" y="153696"/>
                </a:cubicBezTo>
                <a:cubicBezTo>
                  <a:pt x="132132" y="162838"/>
                  <a:pt x="123818" y="169595"/>
                  <a:pt x="113947" y="169595"/>
                </a:cubicBezTo>
                <a:lnTo>
                  <a:pt x="103347" y="169595"/>
                </a:lnTo>
                <a:cubicBezTo>
                  <a:pt x="97484" y="169595"/>
                  <a:pt x="92747" y="164858"/>
                  <a:pt x="92747" y="158995"/>
                </a:cubicBezTo>
                <a:lnTo>
                  <a:pt x="92747" y="10600"/>
                </a:lnTo>
                <a:cubicBezTo>
                  <a:pt x="92747" y="4737"/>
                  <a:pt x="97484" y="0"/>
                  <a:pt x="103347" y="0"/>
                </a:cubicBezTo>
                <a:lnTo>
                  <a:pt x="111297" y="0"/>
                </a:lnTo>
                <a:cubicBezTo>
                  <a:pt x="121532" y="0"/>
                  <a:pt x="129846" y="8314"/>
                  <a:pt x="129846" y="18549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223815" y="6399152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ML Results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90096" y="609387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474247" y="6191869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37796" y="68898"/>
                </a:moveTo>
                <a:cubicBezTo>
                  <a:pt x="137796" y="84102"/>
                  <a:pt x="132861" y="98147"/>
                  <a:pt x="124546" y="109541"/>
                </a:cubicBezTo>
                <a:lnTo>
                  <a:pt x="166481" y="151509"/>
                </a:lnTo>
                <a:cubicBezTo>
                  <a:pt x="170622" y="155650"/>
                  <a:pt x="170622" y="162374"/>
                  <a:pt x="166481" y="166515"/>
                </a:cubicBezTo>
                <a:cubicBezTo>
                  <a:pt x="162341" y="170655"/>
                  <a:pt x="155617" y="170655"/>
                  <a:pt x="151476" y="166515"/>
                </a:cubicBezTo>
                <a:lnTo>
                  <a:pt x="109541" y="124546"/>
                </a:lnTo>
                <a:cubicBezTo>
                  <a:pt x="98147" y="132861"/>
                  <a:pt x="84102" y="137796"/>
                  <a:pt x="68898" y="137796"/>
                </a:cubicBezTo>
                <a:cubicBezTo>
                  <a:pt x="30838" y="137796"/>
                  <a:pt x="0" y="106958"/>
                  <a:pt x="0" y="68898"/>
                </a:cubicBezTo>
                <a:cubicBezTo>
                  <a:pt x="0" y="30838"/>
                  <a:pt x="30838" y="0"/>
                  <a:pt x="68898" y="0"/>
                </a:cubicBezTo>
                <a:cubicBezTo>
                  <a:pt x="106958" y="0"/>
                  <a:pt x="137796" y="30838"/>
                  <a:pt x="137796" y="68898"/>
                </a:cubicBezTo>
                <a:close/>
                <a:moveTo>
                  <a:pt x="68898" y="116597"/>
                </a:moveTo>
                <a:cubicBezTo>
                  <a:pt x="95224" y="116597"/>
                  <a:pt x="116597" y="95224"/>
                  <a:pt x="116597" y="68898"/>
                </a:cubicBezTo>
                <a:cubicBezTo>
                  <a:pt x="116597" y="42572"/>
                  <a:pt x="95224" y="21199"/>
                  <a:pt x="68898" y="21199"/>
                </a:cubicBezTo>
                <a:cubicBezTo>
                  <a:pt x="42572" y="21199"/>
                  <a:pt x="21199" y="42572"/>
                  <a:pt x="21199" y="68898"/>
                </a:cubicBezTo>
                <a:cubicBezTo>
                  <a:pt x="21199" y="95224"/>
                  <a:pt x="42572" y="116597"/>
                  <a:pt x="68898" y="116597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832495" y="6399152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YARA Scan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98658" y="6093879"/>
            <a:ext cx="1535777" cy="565317"/>
          </a:xfrm>
          <a:custGeom>
            <a:avLst/>
            <a:gdLst/>
            <a:ahLst/>
            <a:cxnLst/>
            <a:rect l="l" t="t" r="r" b="b"/>
            <a:pathLst>
              <a:path w="1535777" h="565317">
                <a:moveTo>
                  <a:pt x="37690" y="0"/>
                </a:moveTo>
                <a:lnTo>
                  <a:pt x="1498088" y="0"/>
                </a:lnTo>
                <a:cubicBezTo>
                  <a:pt x="1518903" y="0"/>
                  <a:pt x="1535777" y="16874"/>
                  <a:pt x="1535777" y="37690"/>
                </a:cubicBezTo>
                <a:lnTo>
                  <a:pt x="1535777" y="527627"/>
                </a:lnTo>
                <a:cubicBezTo>
                  <a:pt x="1535777" y="548443"/>
                  <a:pt x="1518903" y="565317"/>
                  <a:pt x="149808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082810" y="6191869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21829" y="75688"/>
                </a:moveTo>
                <a:cubicBezTo>
                  <a:pt x="26234" y="44883"/>
                  <a:pt x="52767" y="21199"/>
                  <a:pt x="84798" y="21199"/>
                </a:cubicBezTo>
                <a:cubicBezTo>
                  <a:pt x="102353" y="21199"/>
                  <a:pt x="118253" y="28321"/>
                  <a:pt x="129780" y="39815"/>
                </a:cubicBezTo>
                <a:cubicBezTo>
                  <a:pt x="129846" y="39881"/>
                  <a:pt x="129912" y="39948"/>
                  <a:pt x="129979" y="40014"/>
                </a:cubicBezTo>
                <a:lnTo>
                  <a:pt x="132496" y="42399"/>
                </a:lnTo>
                <a:lnTo>
                  <a:pt x="116630" y="42399"/>
                </a:lnTo>
                <a:cubicBezTo>
                  <a:pt x="110767" y="42399"/>
                  <a:pt x="106030" y="47136"/>
                  <a:pt x="106030" y="52998"/>
                </a:cubicBezTo>
                <a:cubicBezTo>
                  <a:pt x="106030" y="58861"/>
                  <a:pt x="110767" y="63598"/>
                  <a:pt x="116630" y="63598"/>
                </a:cubicBezTo>
                <a:lnTo>
                  <a:pt x="159028" y="63598"/>
                </a:lnTo>
                <a:cubicBezTo>
                  <a:pt x="164891" y="63598"/>
                  <a:pt x="169628" y="58861"/>
                  <a:pt x="169628" y="52998"/>
                </a:cubicBezTo>
                <a:lnTo>
                  <a:pt x="169628" y="10600"/>
                </a:lnTo>
                <a:cubicBezTo>
                  <a:pt x="169628" y="4737"/>
                  <a:pt x="164891" y="0"/>
                  <a:pt x="159028" y="0"/>
                </a:cubicBezTo>
                <a:cubicBezTo>
                  <a:pt x="153166" y="0"/>
                  <a:pt x="148429" y="4737"/>
                  <a:pt x="148429" y="10600"/>
                </a:cubicBezTo>
                <a:lnTo>
                  <a:pt x="148429" y="28288"/>
                </a:lnTo>
                <a:lnTo>
                  <a:pt x="144686" y="24744"/>
                </a:lnTo>
                <a:cubicBezTo>
                  <a:pt x="129349" y="9473"/>
                  <a:pt x="108150" y="0"/>
                  <a:pt x="84798" y="0"/>
                </a:cubicBezTo>
                <a:cubicBezTo>
                  <a:pt x="42068" y="0"/>
                  <a:pt x="6724" y="31600"/>
                  <a:pt x="861" y="72707"/>
                </a:cubicBezTo>
                <a:cubicBezTo>
                  <a:pt x="33" y="78504"/>
                  <a:pt x="4041" y="83870"/>
                  <a:pt x="9838" y="84698"/>
                </a:cubicBezTo>
                <a:cubicBezTo>
                  <a:pt x="15635" y="85526"/>
                  <a:pt x="21001" y="81485"/>
                  <a:pt x="21829" y="75722"/>
                </a:cubicBezTo>
                <a:close/>
                <a:moveTo>
                  <a:pt x="168734" y="96888"/>
                </a:moveTo>
                <a:cubicBezTo>
                  <a:pt x="169562" y="91091"/>
                  <a:pt x="165521" y="85725"/>
                  <a:pt x="159757" y="84897"/>
                </a:cubicBezTo>
                <a:cubicBezTo>
                  <a:pt x="153994" y="84069"/>
                  <a:pt x="148594" y="88110"/>
                  <a:pt x="147766" y="93874"/>
                </a:cubicBezTo>
                <a:cubicBezTo>
                  <a:pt x="143361" y="124679"/>
                  <a:pt x="116828" y="148363"/>
                  <a:pt x="84798" y="148363"/>
                </a:cubicBezTo>
                <a:cubicBezTo>
                  <a:pt x="67242" y="148363"/>
                  <a:pt x="51342" y="141241"/>
                  <a:pt x="39815" y="129747"/>
                </a:cubicBezTo>
                <a:cubicBezTo>
                  <a:pt x="39749" y="129681"/>
                  <a:pt x="39683" y="129614"/>
                  <a:pt x="39616" y="129548"/>
                </a:cubicBezTo>
                <a:lnTo>
                  <a:pt x="37099" y="127163"/>
                </a:lnTo>
                <a:lnTo>
                  <a:pt x="52965" y="127163"/>
                </a:lnTo>
                <a:cubicBezTo>
                  <a:pt x="58828" y="127163"/>
                  <a:pt x="63565" y="122426"/>
                  <a:pt x="63565" y="116563"/>
                </a:cubicBezTo>
                <a:cubicBezTo>
                  <a:pt x="63565" y="110701"/>
                  <a:pt x="58828" y="105964"/>
                  <a:pt x="52965" y="105964"/>
                </a:cubicBezTo>
                <a:lnTo>
                  <a:pt x="10600" y="105997"/>
                </a:lnTo>
                <a:cubicBezTo>
                  <a:pt x="7784" y="105997"/>
                  <a:pt x="5068" y="107123"/>
                  <a:pt x="3081" y="109144"/>
                </a:cubicBezTo>
                <a:cubicBezTo>
                  <a:pt x="1093" y="111164"/>
                  <a:pt x="-33" y="113847"/>
                  <a:pt x="0" y="116696"/>
                </a:cubicBezTo>
                <a:lnTo>
                  <a:pt x="331" y="158763"/>
                </a:lnTo>
                <a:cubicBezTo>
                  <a:pt x="364" y="164626"/>
                  <a:pt x="5167" y="169330"/>
                  <a:pt x="11030" y="169264"/>
                </a:cubicBezTo>
                <a:cubicBezTo>
                  <a:pt x="16893" y="169198"/>
                  <a:pt x="21597" y="164428"/>
                  <a:pt x="21531" y="158565"/>
                </a:cubicBezTo>
                <a:lnTo>
                  <a:pt x="21398" y="141506"/>
                </a:lnTo>
                <a:lnTo>
                  <a:pt x="24942" y="144851"/>
                </a:lnTo>
                <a:cubicBezTo>
                  <a:pt x="40279" y="160122"/>
                  <a:pt x="61445" y="169595"/>
                  <a:pt x="84798" y="169595"/>
                </a:cubicBezTo>
                <a:cubicBezTo>
                  <a:pt x="127528" y="169595"/>
                  <a:pt x="162871" y="137995"/>
                  <a:pt x="168734" y="96888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441057" y="6399152"/>
            <a:ext cx="14509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Behavior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0147" y="1322841"/>
            <a:ext cx="4492385" cy="2381868"/>
          </a:xfrm>
          <a:custGeom>
            <a:avLst/>
            <a:gdLst/>
            <a:ahLst/>
            <a:cxnLst/>
            <a:rect l="l" t="t" r="r" b="b"/>
            <a:pathLst>
              <a:path w="4492385" h="2381868">
                <a:moveTo>
                  <a:pt x="75386" y="0"/>
                </a:moveTo>
                <a:lnTo>
                  <a:pt x="4416998" y="0"/>
                </a:lnTo>
                <a:cubicBezTo>
                  <a:pt x="4458633" y="0"/>
                  <a:pt x="4492385" y="33752"/>
                  <a:pt x="4492385" y="75386"/>
                </a:cubicBezTo>
                <a:lnTo>
                  <a:pt x="4492385" y="2306482"/>
                </a:lnTo>
                <a:cubicBezTo>
                  <a:pt x="4492385" y="2348117"/>
                  <a:pt x="4458633" y="2381868"/>
                  <a:pt x="4416998" y="2381868"/>
                </a:cubicBezTo>
                <a:lnTo>
                  <a:pt x="75386" y="2381868"/>
                </a:lnTo>
                <a:cubicBezTo>
                  <a:pt x="33752" y="2381868"/>
                  <a:pt x="0" y="2348117"/>
                  <a:pt x="0" y="2306482"/>
                </a:cubicBezTo>
                <a:lnTo>
                  <a:pt x="0" y="75386"/>
                </a:lnTo>
                <a:cubicBezTo>
                  <a:pt x="0" y="33779"/>
                  <a:pt x="33779" y="0"/>
                  <a:pt x="75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15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554753" y="1533892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0" y="42399"/>
                </a:moveTo>
                <a:cubicBezTo>
                  <a:pt x="0" y="34581"/>
                  <a:pt x="6316" y="28266"/>
                  <a:pt x="14133" y="28266"/>
                </a:cubicBezTo>
                <a:lnTo>
                  <a:pt x="183728" y="28266"/>
                </a:lnTo>
                <a:cubicBezTo>
                  <a:pt x="191545" y="28266"/>
                  <a:pt x="197861" y="34581"/>
                  <a:pt x="197861" y="42399"/>
                </a:cubicBezTo>
                <a:cubicBezTo>
                  <a:pt x="197861" y="50216"/>
                  <a:pt x="191545" y="56532"/>
                  <a:pt x="183728" y="56532"/>
                </a:cubicBezTo>
                <a:lnTo>
                  <a:pt x="14133" y="56532"/>
                </a:lnTo>
                <a:cubicBezTo>
                  <a:pt x="6316" y="56532"/>
                  <a:pt x="0" y="50216"/>
                  <a:pt x="0" y="42399"/>
                </a:cubicBezTo>
                <a:close/>
                <a:moveTo>
                  <a:pt x="0" y="113063"/>
                </a:moveTo>
                <a:cubicBezTo>
                  <a:pt x="0" y="105246"/>
                  <a:pt x="6316" y="98930"/>
                  <a:pt x="14133" y="98930"/>
                </a:cubicBezTo>
                <a:lnTo>
                  <a:pt x="183728" y="98930"/>
                </a:lnTo>
                <a:cubicBezTo>
                  <a:pt x="191545" y="98930"/>
                  <a:pt x="197861" y="105246"/>
                  <a:pt x="197861" y="113063"/>
                </a:cubicBezTo>
                <a:cubicBezTo>
                  <a:pt x="197861" y="120881"/>
                  <a:pt x="191545" y="127196"/>
                  <a:pt x="183728" y="127196"/>
                </a:cubicBezTo>
                <a:lnTo>
                  <a:pt x="14133" y="127196"/>
                </a:lnTo>
                <a:cubicBezTo>
                  <a:pt x="6316" y="127196"/>
                  <a:pt x="0" y="120881"/>
                  <a:pt x="0" y="113063"/>
                </a:cubicBezTo>
                <a:close/>
                <a:moveTo>
                  <a:pt x="197861" y="183728"/>
                </a:moveTo>
                <a:cubicBezTo>
                  <a:pt x="197861" y="191545"/>
                  <a:pt x="191545" y="197861"/>
                  <a:pt x="183728" y="197861"/>
                </a:cubicBezTo>
                <a:lnTo>
                  <a:pt x="14133" y="197861"/>
                </a:lnTo>
                <a:cubicBezTo>
                  <a:pt x="6316" y="197861"/>
                  <a:pt x="0" y="191545"/>
                  <a:pt x="0" y="183728"/>
                </a:cubicBezTo>
                <a:cubicBezTo>
                  <a:pt x="0" y="175911"/>
                  <a:pt x="6316" y="169595"/>
                  <a:pt x="14133" y="169595"/>
                </a:cubicBezTo>
                <a:lnTo>
                  <a:pt x="183728" y="169595"/>
                </a:lnTo>
                <a:cubicBezTo>
                  <a:pt x="191545" y="169595"/>
                  <a:pt x="197861" y="175911"/>
                  <a:pt x="197861" y="183728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908076" y="1515048"/>
            <a:ext cx="143213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UI Components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2354" y="2004990"/>
            <a:ext cx="75376" cy="75376"/>
          </a:xfrm>
          <a:custGeom>
            <a:avLst/>
            <a:gdLst/>
            <a:ahLst/>
            <a:cxnLst/>
            <a:rect l="l" t="t" r="r" b="b"/>
            <a:pathLst>
              <a:path w="75376" h="75376">
                <a:moveTo>
                  <a:pt x="37688" y="0"/>
                </a:moveTo>
                <a:lnTo>
                  <a:pt x="37688" y="0"/>
                </a:lnTo>
                <a:cubicBezTo>
                  <a:pt x="58488" y="0"/>
                  <a:pt x="75376" y="16887"/>
                  <a:pt x="75376" y="37688"/>
                </a:cubicBezTo>
                <a:lnTo>
                  <a:pt x="75376" y="37688"/>
                </a:lnTo>
                <a:cubicBezTo>
                  <a:pt x="75376" y="58488"/>
                  <a:pt x="58488" y="75376"/>
                  <a:pt x="37688" y="75376"/>
                </a:cubicBezTo>
                <a:lnTo>
                  <a:pt x="37688" y="75376"/>
                </a:lnTo>
                <a:cubicBezTo>
                  <a:pt x="16887" y="75376"/>
                  <a:pt x="0" y="58488"/>
                  <a:pt x="0" y="3768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700793" y="1929614"/>
            <a:ext cx="3288260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Collapsible Sidebar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0793" y="2193429"/>
            <a:ext cx="327883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tree with quick access to all analysis modules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12354" y="2570307"/>
            <a:ext cx="75376" cy="75376"/>
          </a:xfrm>
          <a:custGeom>
            <a:avLst/>
            <a:gdLst/>
            <a:ahLst/>
            <a:cxnLst/>
            <a:rect l="l" t="t" r="r" b="b"/>
            <a:pathLst>
              <a:path w="75376" h="75376">
                <a:moveTo>
                  <a:pt x="37688" y="0"/>
                </a:moveTo>
                <a:lnTo>
                  <a:pt x="37688" y="0"/>
                </a:lnTo>
                <a:cubicBezTo>
                  <a:pt x="58488" y="0"/>
                  <a:pt x="75376" y="16887"/>
                  <a:pt x="75376" y="37688"/>
                </a:cubicBezTo>
                <a:lnTo>
                  <a:pt x="75376" y="37688"/>
                </a:lnTo>
                <a:cubicBezTo>
                  <a:pt x="75376" y="58488"/>
                  <a:pt x="58488" y="75376"/>
                  <a:pt x="37688" y="75376"/>
                </a:cubicBezTo>
                <a:lnTo>
                  <a:pt x="37688" y="75376"/>
                </a:lnTo>
                <a:cubicBezTo>
                  <a:pt x="16887" y="75376"/>
                  <a:pt x="0" y="58488"/>
                  <a:pt x="0" y="3768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700793" y="2494931"/>
            <a:ext cx="323172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Customizable Toolbar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00793" y="2758746"/>
            <a:ext cx="322230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actions based on current view selection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12354" y="3135623"/>
            <a:ext cx="75376" cy="75376"/>
          </a:xfrm>
          <a:custGeom>
            <a:avLst/>
            <a:gdLst/>
            <a:ahLst/>
            <a:cxnLst/>
            <a:rect l="l" t="t" r="r" b="b"/>
            <a:pathLst>
              <a:path w="75376" h="75376">
                <a:moveTo>
                  <a:pt x="37688" y="0"/>
                </a:moveTo>
                <a:lnTo>
                  <a:pt x="37688" y="0"/>
                </a:lnTo>
                <a:cubicBezTo>
                  <a:pt x="58488" y="0"/>
                  <a:pt x="75376" y="16887"/>
                  <a:pt x="75376" y="37688"/>
                </a:cubicBezTo>
                <a:lnTo>
                  <a:pt x="75376" y="37688"/>
                </a:lnTo>
                <a:cubicBezTo>
                  <a:pt x="75376" y="58488"/>
                  <a:pt x="58488" y="75376"/>
                  <a:pt x="37688" y="75376"/>
                </a:cubicBezTo>
                <a:lnTo>
                  <a:pt x="37688" y="75376"/>
                </a:lnTo>
                <a:cubicBezTo>
                  <a:pt x="16887" y="75376"/>
                  <a:pt x="0" y="58488"/>
                  <a:pt x="0" y="3768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700793" y="3060248"/>
            <a:ext cx="3288260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Status Bar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00793" y="3324062"/>
            <a:ext cx="327883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analysis progress and system status indicators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20147" y="3862998"/>
            <a:ext cx="4492385" cy="2994295"/>
          </a:xfrm>
          <a:custGeom>
            <a:avLst/>
            <a:gdLst/>
            <a:ahLst/>
            <a:cxnLst/>
            <a:rect l="l" t="t" r="r" b="b"/>
            <a:pathLst>
              <a:path w="4492385" h="2994295">
                <a:moveTo>
                  <a:pt x="75366" y="0"/>
                </a:moveTo>
                <a:lnTo>
                  <a:pt x="4417018" y="0"/>
                </a:lnTo>
                <a:cubicBezTo>
                  <a:pt x="4458642" y="0"/>
                  <a:pt x="4492385" y="33743"/>
                  <a:pt x="4492385" y="75366"/>
                </a:cubicBezTo>
                <a:lnTo>
                  <a:pt x="4492385" y="2918928"/>
                </a:lnTo>
                <a:cubicBezTo>
                  <a:pt x="4492385" y="2960552"/>
                  <a:pt x="4458642" y="2994295"/>
                  <a:pt x="4417018" y="2994295"/>
                </a:cubicBezTo>
                <a:lnTo>
                  <a:pt x="75366" y="2994295"/>
                </a:lnTo>
                <a:cubicBezTo>
                  <a:pt x="33743" y="2994295"/>
                  <a:pt x="0" y="2960552"/>
                  <a:pt x="0" y="2918928"/>
                </a:cubicBezTo>
                <a:lnTo>
                  <a:pt x="0" y="75366"/>
                </a:lnTo>
                <a:cubicBezTo>
                  <a:pt x="0" y="33771"/>
                  <a:pt x="33771" y="0"/>
                  <a:pt x="75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15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540620" y="4074050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6127" y="113063"/>
                </a:moveTo>
                <a:cubicBezTo>
                  <a:pt x="226127" y="113461"/>
                  <a:pt x="226127" y="113858"/>
                  <a:pt x="226127" y="114256"/>
                </a:cubicBezTo>
                <a:cubicBezTo>
                  <a:pt x="225950" y="130376"/>
                  <a:pt x="211287" y="141329"/>
                  <a:pt x="195167" y="141329"/>
                </a:cubicBezTo>
                <a:lnTo>
                  <a:pt x="151929" y="141329"/>
                </a:lnTo>
                <a:cubicBezTo>
                  <a:pt x="140225" y="141329"/>
                  <a:pt x="130730" y="150825"/>
                  <a:pt x="130730" y="162529"/>
                </a:cubicBezTo>
                <a:cubicBezTo>
                  <a:pt x="130730" y="164030"/>
                  <a:pt x="130906" y="165488"/>
                  <a:pt x="131171" y="166901"/>
                </a:cubicBezTo>
                <a:cubicBezTo>
                  <a:pt x="132099" y="171406"/>
                  <a:pt x="134042" y="175734"/>
                  <a:pt x="135941" y="180106"/>
                </a:cubicBezTo>
                <a:cubicBezTo>
                  <a:pt x="138635" y="186201"/>
                  <a:pt x="141285" y="192252"/>
                  <a:pt x="141285" y="198656"/>
                </a:cubicBezTo>
                <a:cubicBezTo>
                  <a:pt x="141285" y="212700"/>
                  <a:pt x="131745" y="225464"/>
                  <a:pt x="117701" y="226038"/>
                </a:cubicBezTo>
                <a:cubicBezTo>
                  <a:pt x="116155" y="226083"/>
                  <a:pt x="114609" y="226127"/>
                  <a:pt x="113019" y="226127"/>
                </a:cubicBezTo>
                <a:cubicBezTo>
                  <a:pt x="50569" y="226127"/>
                  <a:pt x="-44" y="175513"/>
                  <a:pt x="-44" y="113063"/>
                </a:cubicBezTo>
                <a:cubicBezTo>
                  <a:pt x="-44" y="50614"/>
                  <a:pt x="50614" y="0"/>
                  <a:pt x="113063" y="0"/>
                </a:cubicBezTo>
                <a:cubicBezTo>
                  <a:pt x="175513" y="0"/>
                  <a:pt x="226127" y="50614"/>
                  <a:pt x="226127" y="113063"/>
                </a:cubicBezTo>
                <a:close/>
                <a:moveTo>
                  <a:pt x="56532" y="127196"/>
                </a:moveTo>
                <a:cubicBezTo>
                  <a:pt x="56532" y="119396"/>
                  <a:pt x="50199" y="113063"/>
                  <a:pt x="42399" y="113063"/>
                </a:cubicBezTo>
                <a:cubicBezTo>
                  <a:pt x="34599" y="113063"/>
                  <a:pt x="28266" y="119396"/>
                  <a:pt x="28266" y="127196"/>
                </a:cubicBezTo>
                <a:cubicBezTo>
                  <a:pt x="28266" y="134996"/>
                  <a:pt x="34599" y="141329"/>
                  <a:pt x="42399" y="141329"/>
                </a:cubicBezTo>
                <a:cubicBezTo>
                  <a:pt x="50199" y="141329"/>
                  <a:pt x="56532" y="134996"/>
                  <a:pt x="56532" y="127196"/>
                </a:cubicBezTo>
                <a:close/>
                <a:moveTo>
                  <a:pt x="56532" y="84798"/>
                </a:moveTo>
                <a:cubicBezTo>
                  <a:pt x="64332" y="84798"/>
                  <a:pt x="70665" y="78465"/>
                  <a:pt x="70665" y="70665"/>
                </a:cubicBezTo>
                <a:cubicBezTo>
                  <a:pt x="70665" y="62864"/>
                  <a:pt x="64332" y="56532"/>
                  <a:pt x="56532" y="56532"/>
                </a:cubicBezTo>
                <a:cubicBezTo>
                  <a:pt x="48732" y="56532"/>
                  <a:pt x="42399" y="62864"/>
                  <a:pt x="42399" y="70665"/>
                </a:cubicBezTo>
                <a:cubicBezTo>
                  <a:pt x="42399" y="78465"/>
                  <a:pt x="48732" y="84798"/>
                  <a:pt x="56532" y="84798"/>
                </a:cubicBezTo>
                <a:close/>
                <a:moveTo>
                  <a:pt x="127196" y="42399"/>
                </a:moveTo>
                <a:cubicBezTo>
                  <a:pt x="127196" y="34599"/>
                  <a:pt x="120864" y="28266"/>
                  <a:pt x="113063" y="28266"/>
                </a:cubicBezTo>
                <a:cubicBezTo>
                  <a:pt x="105263" y="28266"/>
                  <a:pt x="98930" y="34599"/>
                  <a:pt x="98930" y="42399"/>
                </a:cubicBezTo>
                <a:cubicBezTo>
                  <a:pt x="98930" y="50199"/>
                  <a:pt x="105263" y="56532"/>
                  <a:pt x="113063" y="56532"/>
                </a:cubicBezTo>
                <a:cubicBezTo>
                  <a:pt x="120864" y="56532"/>
                  <a:pt x="127196" y="50199"/>
                  <a:pt x="127196" y="42399"/>
                </a:cubicBezTo>
                <a:close/>
                <a:moveTo>
                  <a:pt x="169595" y="84798"/>
                </a:moveTo>
                <a:cubicBezTo>
                  <a:pt x="177395" y="84798"/>
                  <a:pt x="183728" y="78465"/>
                  <a:pt x="183728" y="70665"/>
                </a:cubicBezTo>
                <a:cubicBezTo>
                  <a:pt x="183728" y="62864"/>
                  <a:pt x="177395" y="56532"/>
                  <a:pt x="169595" y="56532"/>
                </a:cubicBezTo>
                <a:cubicBezTo>
                  <a:pt x="161795" y="56532"/>
                  <a:pt x="155462" y="62864"/>
                  <a:pt x="155462" y="70665"/>
                </a:cubicBezTo>
                <a:cubicBezTo>
                  <a:pt x="155462" y="78465"/>
                  <a:pt x="161795" y="84798"/>
                  <a:pt x="169595" y="84798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908076" y="4055206"/>
            <a:ext cx="113063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Dark Theme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12354" y="4469771"/>
            <a:ext cx="4183345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extended analysis sessions with reduced eye strain. Professional dark interface with high contrast elements.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16123" y="5114232"/>
            <a:ext cx="1986147" cy="610542"/>
          </a:xfrm>
          <a:custGeom>
            <a:avLst/>
            <a:gdLst/>
            <a:ahLst/>
            <a:cxnLst/>
            <a:rect l="l" t="t" r="r" b="b"/>
            <a:pathLst>
              <a:path w="1986147" h="610542">
                <a:moveTo>
                  <a:pt x="37689" y="0"/>
                </a:moveTo>
                <a:lnTo>
                  <a:pt x="1948458" y="0"/>
                </a:lnTo>
                <a:cubicBezTo>
                  <a:pt x="1969273" y="0"/>
                  <a:pt x="1986147" y="16874"/>
                  <a:pt x="1986147" y="37689"/>
                </a:cubicBezTo>
                <a:lnTo>
                  <a:pt x="1986147" y="572853"/>
                </a:lnTo>
                <a:cubicBezTo>
                  <a:pt x="1986147" y="593668"/>
                  <a:pt x="1969273" y="610542"/>
                  <a:pt x="1948458" y="610542"/>
                </a:cubicBezTo>
                <a:lnTo>
                  <a:pt x="37689" y="610542"/>
                </a:lnTo>
                <a:cubicBezTo>
                  <a:pt x="16888" y="610542"/>
                  <a:pt x="0" y="593654"/>
                  <a:pt x="0" y="572853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632955" y="5231065"/>
            <a:ext cx="181843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Highlighting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32955" y="5457192"/>
            <a:ext cx="1809014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Assembly, hex, and code views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626992" y="5114232"/>
            <a:ext cx="1986147" cy="610542"/>
          </a:xfrm>
          <a:custGeom>
            <a:avLst/>
            <a:gdLst/>
            <a:ahLst/>
            <a:cxnLst/>
            <a:rect l="l" t="t" r="r" b="b"/>
            <a:pathLst>
              <a:path w="1986147" h="610542">
                <a:moveTo>
                  <a:pt x="37689" y="0"/>
                </a:moveTo>
                <a:lnTo>
                  <a:pt x="1948458" y="0"/>
                </a:lnTo>
                <a:cubicBezTo>
                  <a:pt x="1969273" y="0"/>
                  <a:pt x="1986147" y="16874"/>
                  <a:pt x="1986147" y="37689"/>
                </a:cubicBezTo>
                <a:lnTo>
                  <a:pt x="1986147" y="572853"/>
                </a:lnTo>
                <a:cubicBezTo>
                  <a:pt x="1986147" y="593668"/>
                  <a:pt x="1969273" y="610542"/>
                  <a:pt x="1948458" y="610542"/>
                </a:cubicBezTo>
                <a:lnTo>
                  <a:pt x="37689" y="610542"/>
                </a:lnTo>
                <a:cubicBezTo>
                  <a:pt x="16888" y="610542"/>
                  <a:pt x="0" y="593654"/>
                  <a:pt x="0" y="572853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9743824" y="5231065"/>
            <a:ext cx="181843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Color-Coded Alerts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743824" y="5457192"/>
            <a:ext cx="1809014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levels and threat categories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458474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26317" y="526396"/>
            <a:ext cx="339610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2986" y="339610"/>
            <a:ext cx="3803632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2986" y="747142"/>
            <a:ext cx="368476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Orchestration &amp; Workflow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006" y="1192031"/>
            <a:ext cx="5686770" cy="2197277"/>
          </a:xfrm>
          <a:custGeom>
            <a:avLst/>
            <a:gdLst/>
            <a:ahLst/>
            <a:cxnLst/>
            <a:rect l="l" t="t" r="r" b="b"/>
            <a:pathLst>
              <a:path w="5686770" h="2197277">
                <a:moveTo>
                  <a:pt x="67918" y="0"/>
                </a:moveTo>
                <a:lnTo>
                  <a:pt x="5618852" y="0"/>
                </a:lnTo>
                <a:cubicBezTo>
                  <a:pt x="5656362" y="0"/>
                  <a:pt x="5686770" y="30408"/>
                  <a:pt x="5686770" y="67918"/>
                </a:cubicBezTo>
                <a:lnTo>
                  <a:pt x="5686770" y="2129359"/>
                </a:lnTo>
                <a:cubicBezTo>
                  <a:pt x="5686770" y="2166869"/>
                  <a:pt x="5656362" y="2197277"/>
                  <a:pt x="5618852" y="2197277"/>
                </a:cubicBezTo>
                <a:lnTo>
                  <a:pt x="67918" y="2197277"/>
                </a:lnTo>
                <a:cubicBezTo>
                  <a:pt x="30408" y="2197277"/>
                  <a:pt x="0" y="2166869"/>
                  <a:pt x="0" y="2129359"/>
                </a:cubicBezTo>
                <a:lnTo>
                  <a:pt x="0" y="67918"/>
                </a:lnTo>
                <a:cubicBezTo>
                  <a:pt x="0" y="30408"/>
                  <a:pt x="30408" y="0"/>
                  <a:pt x="67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84369" y="1339656"/>
            <a:ext cx="318384" cy="254708"/>
          </a:xfrm>
          <a:custGeom>
            <a:avLst/>
            <a:gdLst/>
            <a:ahLst/>
            <a:cxnLst/>
            <a:rect l="l" t="t" r="r" b="b"/>
            <a:pathLst>
              <a:path w="318384" h="254708">
                <a:moveTo>
                  <a:pt x="206900" y="104719"/>
                </a:moveTo>
                <a:cubicBezTo>
                  <a:pt x="212969" y="103077"/>
                  <a:pt x="219337" y="105962"/>
                  <a:pt x="222073" y="111584"/>
                </a:cubicBezTo>
                <a:lnTo>
                  <a:pt x="231326" y="130289"/>
                </a:lnTo>
                <a:cubicBezTo>
                  <a:pt x="236450" y="130985"/>
                  <a:pt x="241475" y="132378"/>
                  <a:pt x="246201" y="134318"/>
                </a:cubicBezTo>
                <a:lnTo>
                  <a:pt x="263612" y="122727"/>
                </a:lnTo>
                <a:cubicBezTo>
                  <a:pt x="268836" y="119245"/>
                  <a:pt x="275751" y="119941"/>
                  <a:pt x="280178" y="124369"/>
                </a:cubicBezTo>
                <a:lnTo>
                  <a:pt x="289730" y="133920"/>
                </a:lnTo>
                <a:cubicBezTo>
                  <a:pt x="294157" y="138348"/>
                  <a:pt x="294854" y="145313"/>
                  <a:pt x="291371" y="150486"/>
                </a:cubicBezTo>
                <a:lnTo>
                  <a:pt x="279780" y="167848"/>
                </a:lnTo>
                <a:cubicBezTo>
                  <a:pt x="280725" y="170186"/>
                  <a:pt x="281571" y="172624"/>
                  <a:pt x="282268" y="175161"/>
                </a:cubicBezTo>
                <a:cubicBezTo>
                  <a:pt x="282964" y="177698"/>
                  <a:pt x="283412" y="180186"/>
                  <a:pt x="283760" y="182723"/>
                </a:cubicBezTo>
                <a:lnTo>
                  <a:pt x="302515" y="191976"/>
                </a:lnTo>
                <a:cubicBezTo>
                  <a:pt x="308136" y="194762"/>
                  <a:pt x="311022" y="201129"/>
                  <a:pt x="309380" y="207149"/>
                </a:cubicBezTo>
                <a:lnTo>
                  <a:pt x="305898" y="220183"/>
                </a:lnTo>
                <a:cubicBezTo>
                  <a:pt x="304256" y="226202"/>
                  <a:pt x="298635" y="230281"/>
                  <a:pt x="292366" y="229883"/>
                </a:cubicBezTo>
                <a:lnTo>
                  <a:pt x="271472" y="228540"/>
                </a:lnTo>
                <a:cubicBezTo>
                  <a:pt x="268338" y="232570"/>
                  <a:pt x="264707" y="236301"/>
                  <a:pt x="260578" y="239485"/>
                </a:cubicBezTo>
                <a:lnTo>
                  <a:pt x="261921" y="260329"/>
                </a:lnTo>
                <a:cubicBezTo>
                  <a:pt x="262319" y="266597"/>
                  <a:pt x="258240" y="272268"/>
                  <a:pt x="252220" y="273860"/>
                </a:cubicBezTo>
                <a:lnTo>
                  <a:pt x="239186" y="277343"/>
                </a:lnTo>
                <a:cubicBezTo>
                  <a:pt x="233117" y="278984"/>
                  <a:pt x="226799" y="276099"/>
                  <a:pt x="224013" y="270477"/>
                </a:cubicBezTo>
                <a:lnTo>
                  <a:pt x="214760" y="251772"/>
                </a:lnTo>
                <a:cubicBezTo>
                  <a:pt x="209636" y="251076"/>
                  <a:pt x="204612" y="249683"/>
                  <a:pt x="199886" y="247743"/>
                </a:cubicBezTo>
                <a:lnTo>
                  <a:pt x="182474" y="259334"/>
                </a:lnTo>
                <a:cubicBezTo>
                  <a:pt x="177251" y="262816"/>
                  <a:pt x="170336" y="262120"/>
                  <a:pt x="165908" y="257692"/>
                </a:cubicBezTo>
                <a:lnTo>
                  <a:pt x="156357" y="248141"/>
                </a:lnTo>
                <a:cubicBezTo>
                  <a:pt x="151929" y="243713"/>
                  <a:pt x="151233" y="236798"/>
                  <a:pt x="154715" y="231575"/>
                </a:cubicBezTo>
                <a:lnTo>
                  <a:pt x="166306" y="214163"/>
                </a:lnTo>
                <a:cubicBezTo>
                  <a:pt x="165361" y="211825"/>
                  <a:pt x="164515" y="209387"/>
                  <a:pt x="163819" y="206850"/>
                </a:cubicBezTo>
                <a:cubicBezTo>
                  <a:pt x="163122" y="204313"/>
                  <a:pt x="162675" y="201776"/>
                  <a:pt x="162326" y="199289"/>
                </a:cubicBezTo>
                <a:lnTo>
                  <a:pt x="143571" y="190036"/>
                </a:lnTo>
                <a:cubicBezTo>
                  <a:pt x="137950" y="187250"/>
                  <a:pt x="135114" y="180882"/>
                  <a:pt x="136706" y="174863"/>
                </a:cubicBezTo>
                <a:lnTo>
                  <a:pt x="140189" y="161829"/>
                </a:lnTo>
                <a:cubicBezTo>
                  <a:pt x="141830" y="155809"/>
                  <a:pt x="147452" y="151730"/>
                  <a:pt x="153720" y="152128"/>
                </a:cubicBezTo>
                <a:lnTo>
                  <a:pt x="174564" y="153471"/>
                </a:lnTo>
                <a:cubicBezTo>
                  <a:pt x="177698" y="149442"/>
                  <a:pt x="181330" y="145711"/>
                  <a:pt x="185459" y="142527"/>
                </a:cubicBezTo>
                <a:lnTo>
                  <a:pt x="184116" y="121732"/>
                </a:lnTo>
                <a:cubicBezTo>
                  <a:pt x="183718" y="115464"/>
                  <a:pt x="187797" y="109793"/>
                  <a:pt x="193817" y="108201"/>
                </a:cubicBezTo>
                <a:lnTo>
                  <a:pt x="206850" y="104719"/>
                </a:lnTo>
                <a:close/>
                <a:moveTo>
                  <a:pt x="223068" y="169142"/>
                </a:moveTo>
                <a:cubicBezTo>
                  <a:pt x="210987" y="169155"/>
                  <a:pt x="201190" y="178975"/>
                  <a:pt x="201204" y="191056"/>
                </a:cubicBezTo>
                <a:cubicBezTo>
                  <a:pt x="201218" y="203136"/>
                  <a:pt x="211037" y="212933"/>
                  <a:pt x="223118" y="212920"/>
                </a:cubicBezTo>
                <a:cubicBezTo>
                  <a:pt x="235199" y="212906"/>
                  <a:pt x="244996" y="203087"/>
                  <a:pt x="244982" y="191006"/>
                </a:cubicBezTo>
                <a:cubicBezTo>
                  <a:pt x="244968" y="178925"/>
                  <a:pt x="235149" y="169128"/>
                  <a:pt x="223068" y="169142"/>
                </a:cubicBezTo>
                <a:close/>
                <a:moveTo>
                  <a:pt x="111882" y="-22635"/>
                </a:moveTo>
                <a:lnTo>
                  <a:pt x="124916" y="-19153"/>
                </a:lnTo>
                <a:cubicBezTo>
                  <a:pt x="130936" y="-17511"/>
                  <a:pt x="135015" y="-11840"/>
                  <a:pt x="134617" y="-5621"/>
                </a:cubicBezTo>
                <a:lnTo>
                  <a:pt x="133274" y="15173"/>
                </a:lnTo>
                <a:cubicBezTo>
                  <a:pt x="137403" y="18357"/>
                  <a:pt x="141034" y="22038"/>
                  <a:pt x="144168" y="26117"/>
                </a:cubicBezTo>
                <a:lnTo>
                  <a:pt x="165062" y="24774"/>
                </a:lnTo>
                <a:cubicBezTo>
                  <a:pt x="171281" y="24376"/>
                  <a:pt x="176952" y="28456"/>
                  <a:pt x="178594" y="34475"/>
                </a:cubicBezTo>
                <a:lnTo>
                  <a:pt x="182076" y="47509"/>
                </a:lnTo>
                <a:cubicBezTo>
                  <a:pt x="183668" y="53528"/>
                  <a:pt x="180832" y="59896"/>
                  <a:pt x="175211" y="62682"/>
                </a:cubicBezTo>
                <a:lnTo>
                  <a:pt x="156456" y="71935"/>
                </a:lnTo>
                <a:cubicBezTo>
                  <a:pt x="156108" y="74472"/>
                  <a:pt x="155610" y="77009"/>
                  <a:pt x="154964" y="79497"/>
                </a:cubicBezTo>
                <a:cubicBezTo>
                  <a:pt x="154317" y="81984"/>
                  <a:pt x="153421" y="84471"/>
                  <a:pt x="152476" y="86809"/>
                </a:cubicBezTo>
                <a:lnTo>
                  <a:pt x="164067" y="104221"/>
                </a:lnTo>
                <a:cubicBezTo>
                  <a:pt x="167550" y="109445"/>
                  <a:pt x="166853" y="116360"/>
                  <a:pt x="162426" y="120787"/>
                </a:cubicBezTo>
                <a:lnTo>
                  <a:pt x="152874" y="130339"/>
                </a:lnTo>
                <a:cubicBezTo>
                  <a:pt x="148447" y="134766"/>
                  <a:pt x="141532" y="135463"/>
                  <a:pt x="136308" y="131980"/>
                </a:cubicBezTo>
                <a:lnTo>
                  <a:pt x="118897" y="120389"/>
                </a:lnTo>
                <a:cubicBezTo>
                  <a:pt x="114171" y="122329"/>
                  <a:pt x="109146" y="123722"/>
                  <a:pt x="104022" y="124419"/>
                </a:cubicBezTo>
                <a:lnTo>
                  <a:pt x="94769" y="143124"/>
                </a:lnTo>
                <a:cubicBezTo>
                  <a:pt x="91983" y="148745"/>
                  <a:pt x="85616" y="151581"/>
                  <a:pt x="79596" y="149989"/>
                </a:cubicBezTo>
                <a:lnTo>
                  <a:pt x="66562" y="146507"/>
                </a:lnTo>
                <a:cubicBezTo>
                  <a:pt x="60493" y="144865"/>
                  <a:pt x="56463" y="139194"/>
                  <a:pt x="56861" y="132975"/>
                </a:cubicBezTo>
                <a:lnTo>
                  <a:pt x="58205" y="112131"/>
                </a:lnTo>
                <a:cubicBezTo>
                  <a:pt x="54076" y="108947"/>
                  <a:pt x="50444" y="105266"/>
                  <a:pt x="47310" y="101187"/>
                </a:cubicBezTo>
                <a:lnTo>
                  <a:pt x="26416" y="102530"/>
                </a:lnTo>
                <a:cubicBezTo>
                  <a:pt x="20198" y="102928"/>
                  <a:pt x="14526" y="98848"/>
                  <a:pt x="12885" y="92829"/>
                </a:cubicBezTo>
                <a:lnTo>
                  <a:pt x="9402" y="79795"/>
                </a:lnTo>
                <a:cubicBezTo>
                  <a:pt x="7810" y="73776"/>
                  <a:pt x="10646" y="67408"/>
                  <a:pt x="16267" y="64622"/>
                </a:cubicBezTo>
                <a:lnTo>
                  <a:pt x="35022" y="55369"/>
                </a:lnTo>
                <a:cubicBezTo>
                  <a:pt x="35371" y="52832"/>
                  <a:pt x="35868" y="50345"/>
                  <a:pt x="36515" y="47807"/>
                </a:cubicBezTo>
                <a:cubicBezTo>
                  <a:pt x="37211" y="45270"/>
                  <a:pt x="38007" y="42833"/>
                  <a:pt x="39002" y="40495"/>
                </a:cubicBezTo>
                <a:lnTo>
                  <a:pt x="27411" y="23133"/>
                </a:lnTo>
                <a:cubicBezTo>
                  <a:pt x="23929" y="17909"/>
                  <a:pt x="24625" y="10994"/>
                  <a:pt x="29053" y="6567"/>
                </a:cubicBezTo>
                <a:lnTo>
                  <a:pt x="38604" y="-2985"/>
                </a:lnTo>
                <a:cubicBezTo>
                  <a:pt x="43032" y="-7412"/>
                  <a:pt x="49947" y="-8109"/>
                  <a:pt x="55170" y="-4627"/>
                </a:cubicBezTo>
                <a:lnTo>
                  <a:pt x="72582" y="6965"/>
                </a:lnTo>
                <a:cubicBezTo>
                  <a:pt x="77308" y="5025"/>
                  <a:pt x="82332" y="3632"/>
                  <a:pt x="87456" y="2935"/>
                </a:cubicBezTo>
                <a:lnTo>
                  <a:pt x="96709" y="-15770"/>
                </a:lnTo>
                <a:cubicBezTo>
                  <a:pt x="99495" y="-21391"/>
                  <a:pt x="105813" y="-24227"/>
                  <a:pt x="111882" y="-22635"/>
                </a:cubicBezTo>
                <a:close/>
                <a:moveTo>
                  <a:pt x="95714" y="41788"/>
                </a:moveTo>
                <a:cubicBezTo>
                  <a:pt x="83633" y="41788"/>
                  <a:pt x="73825" y="51596"/>
                  <a:pt x="73825" y="63677"/>
                </a:cubicBezTo>
                <a:cubicBezTo>
                  <a:pt x="73825" y="75758"/>
                  <a:pt x="83633" y="85566"/>
                  <a:pt x="95714" y="85566"/>
                </a:cubicBezTo>
                <a:cubicBezTo>
                  <a:pt x="107795" y="85566"/>
                  <a:pt x="117603" y="75758"/>
                  <a:pt x="117603" y="63677"/>
                </a:cubicBezTo>
                <a:cubicBezTo>
                  <a:pt x="117603" y="51596"/>
                  <a:pt x="107795" y="41788"/>
                  <a:pt x="95714" y="41788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02514" y="1331272"/>
            <a:ext cx="230085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MainWindow Controller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246" y="1704737"/>
            <a:ext cx="5476212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orchestration hub managing all analysis workflows, user interactions, and system operations. The controller implements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Model-View-Controller (MVC)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 for clean separation of concerns.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9227" y="2468860"/>
            <a:ext cx="5391309" cy="781103"/>
          </a:xfrm>
          <a:custGeom>
            <a:avLst/>
            <a:gdLst/>
            <a:ahLst/>
            <a:cxnLst/>
            <a:rect l="l" t="t" r="r" b="b"/>
            <a:pathLst>
              <a:path w="5391309" h="781103">
                <a:moveTo>
                  <a:pt x="33961" y="0"/>
                </a:moveTo>
                <a:lnTo>
                  <a:pt x="5357347" y="0"/>
                </a:lnTo>
                <a:cubicBezTo>
                  <a:pt x="5376104" y="0"/>
                  <a:pt x="5391309" y="15205"/>
                  <a:pt x="5391309" y="33962"/>
                </a:cubicBezTo>
                <a:lnTo>
                  <a:pt x="5391309" y="747141"/>
                </a:lnTo>
                <a:cubicBezTo>
                  <a:pt x="5391309" y="765898"/>
                  <a:pt x="5376104" y="781103"/>
                  <a:pt x="5357347" y="781103"/>
                </a:cubicBezTo>
                <a:lnTo>
                  <a:pt x="33961" y="781103"/>
                </a:lnTo>
                <a:cubicBezTo>
                  <a:pt x="15205" y="781103"/>
                  <a:pt x="0" y="765898"/>
                  <a:pt x="0" y="747142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9227" y="2468860"/>
            <a:ext cx="33961" cy="781103"/>
          </a:xfrm>
          <a:custGeom>
            <a:avLst/>
            <a:gdLst/>
            <a:ahLst/>
            <a:cxnLst/>
            <a:rect l="l" t="t" r="r" b="b"/>
            <a:pathLst>
              <a:path w="33961" h="781103">
                <a:moveTo>
                  <a:pt x="33961" y="0"/>
                </a:moveTo>
                <a:lnTo>
                  <a:pt x="33961" y="0"/>
                </a:lnTo>
                <a:lnTo>
                  <a:pt x="33961" y="781103"/>
                </a:lnTo>
                <a:lnTo>
                  <a:pt x="33961" y="781103"/>
                </a:lnTo>
                <a:cubicBezTo>
                  <a:pt x="15205" y="781103"/>
                  <a:pt x="0" y="765898"/>
                  <a:pt x="0" y="747142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18090" y="2570743"/>
            <a:ext cx="523848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Pattern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090" y="2808470"/>
            <a:ext cx="522999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Qt's signal/slot system enables loose coupling between UI components and business logic, allowing dynamic reconfiguration without code changes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006" y="3497878"/>
            <a:ext cx="5686770" cy="1365232"/>
          </a:xfrm>
          <a:custGeom>
            <a:avLst/>
            <a:gdLst/>
            <a:ahLst/>
            <a:cxnLst/>
            <a:rect l="l" t="t" r="r" b="b"/>
            <a:pathLst>
              <a:path w="5686770" h="1365232">
                <a:moveTo>
                  <a:pt x="67920" y="0"/>
                </a:moveTo>
                <a:lnTo>
                  <a:pt x="5618850" y="0"/>
                </a:lnTo>
                <a:cubicBezTo>
                  <a:pt x="5656361" y="0"/>
                  <a:pt x="5686770" y="30409"/>
                  <a:pt x="5686770" y="67920"/>
                </a:cubicBezTo>
                <a:lnTo>
                  <a:pt x="5686770" y="1297312"/>
                </a:lnTo>
                <a:cubicBezTo>
                  <a:pt x="5686770" y="1334823"/>
                  <a:pt x="5656361" y="1365232"/>
                  <a:pt x="5618850" y="1365232"/>
                </a:cubicBezTo>
                <a:lnTo>
                  <a:pt x="67920" y="1365232"/>
                </a:lnTo>
                <a:cubicBezTo>
                  <a:pt x="30409" y="1365232"/>
                  <a:pt x="0" y="1334823"/>
                  <a:pt x="0" y="1297312"/>
                </a:cubicBezTo>
                <a:lnTo>
                  <a:pt x="0" y="67920"/>
                </a:lnTo>
                <a:cubicBezTo>
                  <a:pt x="0" y="30434"/>
                  <a:pt x="30434" y="0"/>
                  <a:pt x="67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07717" y="3654099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25471" y="25471"/>
                </a:moveTo>
                <a:cubicBezTo>
                  <a:pt x="11422" y="25471"/>
                  <a:pt x="0" y="36893"/>
                  <a:pt x="0" y="50942"/>
                </a:cubicBezTo>
                <a:lnTo>
                  <a:pt x="0" y="152825"/>
                </a:lnTo>
                <a:cubicBezTo>
                  <a:pt x="0" y="166873"/>
                  <a:pt x="11422" y="178295"/>
                  <a:pt x="25471" y="178295"/>
                </a:cubicBezTo>
                <a:lnTo>
                  <a:pt x="178295" y="178295"/>
                </a:lnTo>
                <a:cubicBezTo>
                  <a:pt x="192344" y="178295"/>
                  <a:pt x="203766" y="166873"/>
                  <a:pt x="203766" y="152825"/>
                </a:cubicBezTo>
                <a:lnTo>
                  <a:pt x="203766" y="50942"/>
                </a:lnTo>
                <a:cubicBezTo>
                  <a:pt x="203766" y="36893"/>
                  <a:pt x="192344" y="25471"/>
                  <a:pt x="178295" y="25471"/>
                </a:cubicBezTo>
                <a:lnTo>
                  <a:pt x="25471" y="25471"/>
                </a:lnTo>
                <a:close/>
                <a:moveTo>
                  <a:pt x="63677" y="127354"/>
                </a:moveTo>
                <a:cubicBezTo>
                  <a:pt x="63677" y="134383"/>
                  <a:pt x="57970" y="140089"/>
                  <a:pt x="50942" y="140089"/>
                </a:cubicBezTo>
                <a:cubicBezTo>
                  <a:pt x="43913" y="140089"/>
                  <a:pt x="38206" y="134383"/>
                  <a:pt x="38206" y="127354"/>
                </a:cubicBezTo>
                <a:cubicBezTo>
                  <a:pt x="38206" y="120325"/>
                  <a:pt x="43913" y="114618"/>
                  <a:pt x="50942" y="114618"/>
                </a:cubicBezTo>
                <a:cubicBezTo>
                  <a:pt x="57970" y="114618"/>
                  <a:pt x="63677" y="120325"/>
                  <a:pt x="63677" y="127354"/>
                </a:cubicBezTo>
                <a:close/>
                <a:moveTo>
                  <a:pt x="50942" y="89148"/>
                </a:moveTo>
                <a:cubicBezTo>
                  <a:pt x="43913" y="89148"/>
                  <a:pt x="38206" y="83441"/>
                  <a:pt x="38206" y="76412"/>
                </a:cubicBezTo>
                <a:cubicBezTo>
                  <a:pt x="38206" y="69383"/>
                  <a:pt x="43913" y="63677"/>
                  <a:pt x="50942" y="63677"/>
                </a:cubicBezTo>
                <a:cubicBezTo>
                  <a:pt x="57970" y="63677"/>
                  <a:pt x="63677" y="69383"/>
                  <a:pt x="63677" y="76412"/>
                </a:cubicBezTo>
                <a:cubicBezTo>
                  <a:pt x="63677" y="83441"/>
                  <a:pt x="57970" y="89148"/>
                  <a:pt x="50942" y="89148"/>
                </a:cubicBezTo>
                <a:close/>
                <a:moveTo>
                  <a:pt x="98699" y="66861"/>
                </a:moveTo>
                <a:lnTo>
                  <a:pt x="156008" y="66861"/>
                </a:lnTo>
                <a:cubicBezTo>
                  <a:pt x="161301" y="66861"/>
                  <a:pt x="165560" y="71119"/>
                  <a:pt x="165560" y="76412"/>
                </a:cubicBezTo>
                <a:cubicBezTo>
                  <a:pt x="165560" y="81705"/>
                  <a:pt x="161301" y="85964"/>
                  <a:pt x="156008" y="85964"/>
                </a:cubicBezTo>
                <a:lnTo>
                  <a:pt x="98699" y="85964"/>
                </a:lnTo>
                <a:cubicBezTo>
                  <a:pt x="93406" y="85964"/>
                  <a:pt x="89148" y="81705"/>
                  <a:pt x="89148" y="76412"/>
                </a:cubicBezTo>
                <a:cubicBezTo>
                  <a:pt x="89148" y="71119"/>
                  <a:pt x="93406" y="66861"/>
                  <a:pt x="98699" y="66861"/>
                </a:cubicBezTo>
                <a:close/>
                <a:moveTo>
                  <a:pt x="98699" y="117802"/>
                </a:moveTo>
                <a:lnTo>
                  <a:pt x="156008" y="117802"/>
                </a:lnTo>
                <a:cubicBezTo>
                  <a:pt x="161301" y="117802"/>
                  <a:pt x="165560" y="122061"/>
                  <a:pt x="165560" y="127354"/>
                </a:cubicBezTo>
                <a:cubicBezTo>
                  <a:pt x="165560" y="132647"/>
                  <a:pt x="161301" y="136905"/>
                  <a:pt x="156008" y="136905"/>
                </a:cubicBezTo>
                <a:lnTo>
                  <a:pt x="98699" y="136905"/>
                </a:lnTo>
                <a:cubicBezTo>
                  <a:pt x="93406" y="136905"/>
                  <a:pt x="89148" y="132647"/>
                  <a:pt x="89148" y="127354"/>
                </a:cubicBezTo>
                <a:cubicBezTo>
                  <a:pt x="89148" y="122061"/>
                  <a:pt x="93406" y="117802"/>
                  <a:pt x="98699" y="117802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38837" y="3637119"/>
            <a:ext cx="184238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Analysis Orchestration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717" y="4010690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19973" y="3976729"/>
            <a:ext cx="502622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Coordination: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Sequentially processes samples through each analysis stage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717" y="4282378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9973" y="4248417"/>
            <a:ext cx="419418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Aggregation: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outputs from all three detection engines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717" y="4554066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19973" y="4520105"/>
            <a:ext cx="421116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Scheduling: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Manages analysis queue based on threat indicators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006" y="4971785"/>
            <a:ext cx="5686770" cy="1059583"/>
          </a:xfrm>
          <a:custGeom>
            <a:avLst/>
            <a:gdLst/>
            <a:ahLst/>
            <a:cxnLst/>
            <a:rect l="l" t="t" r="r" b="b"/>
            <a:pathLst>
              <a:path w="5686770" h="1059583">
                <a:moveTo>
                  <a:pt x="67919" y="0"/>
                </a:moveTo>
                <a:lnTo>
                  <a:pt x="5618851" y="0"/>
                </a:lnTo>
                <a:cubicBezTo>
                  <a:pt x="5656361" y="0"/>
                  <a:pt x="5686770" y="30409"/>
                  <a:pt x="5686770" y="67919"/>
                </a:cubicBezTo>
                <a:lnTo>
                  <a:pt x="5686770" y="991664"/>
                </a:lnTo>
                <a:cubicBezTo>
                  <a:pt x="5686770" y="1029175"/>
                  <a:pt x="5656361" y="1059583"/>
                  <a:pt x="5618851" y="1059583"/>
                </a:cubicBezTo>
                <a:lnTo>
                  <a:pt x="67919" y="1059583"/>
                </a:lnTo>
                <a:cubicBezTo>
                  <a:pt x="30409" y="1059583"/>
                  <a:pt x="0" y="1029175"/>
                  <a:pt x="0" y="991664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07717" y="5128006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0"/>
                </a:moveTo>
                <a:cubicBezTo>
                  <a:pt x="107733" y="0"/>
                  <a:pt x="113106" y="3224"/>
                  <a:pt x="115892" y="8358"/>
                </a:cubicBezTo>
                <a:lnTo>
                  <a:pt x="201856" y="167550"/>
                </a:lnTo>
                <a:cubicBezTo>
                  <a:pt x="204522" y="172485"/>
                  <a:pt x="204403" y="178454"/>
                  <a:pt x="201537" y="183270"/>
                </a:cubicBezTo>
                <a:cubicBezTo>
                  <a:pt x="198672" y="188086"/>
                  <a:pt x="193458" y="191031"/>
                  <a:pt x="187847" y="191031"/>
                </a:cubicBezTo>
                <a:lnTo>
                  <a:pt x="15919" y="191031"/>
                </a:lnTo>
                <a:cubicBezTo>
                  <a:pt x="10308" y="191031"/>
                  <a:pt x="5134" y="188086"/>
                  <a:pt x="2229" y="183270"/>
                </a:cubicBezTo>
                <a:cubicBezTo>
                  <a:pt x="-677" y="178454"/>
                  <a:pt x="-756" y="172485"/>
                  <a:pt x="1910" y="167550"/>
                </a:cubicBezTo>
                <a:lnTo>
                  <a:pt x="87874" y="8358"/>
                </a:lnTo>
                <a:cubicBezTo>
                  <a:pt x="90660" y="3224"/>
                  <a:pt x="96033" y="0"/>
                  <a:pt x="101883" y="0"/>
                </a:cubicBezTo>
                <a:close/>
                <a:moveTo>
                  <a:pt x="101883" y="66861"/>
                </a:moveTo>
                <a:cubicBezTo>
                  <a:pt x="96590" y="66861"/>
                  <a:pt x="92331" y="71119"/>
                  <a:pt x="92331" y="76412"/>
                </a:cubicBezTo>
                <a:lnTo>
                  <a:pt x="92331" y="120986"/>
                </a:lnTo>
                <a:cubicBezTo>
                  <a:pt x="92331" y="126279"/>
                  <a:pt x="96590" y="130538"/>
                  <a:pt x="101883" y="130538"/>
                </a:cubicBezTo>
                <a:cubicBezTo>
                  <a:pt x="107176" y="130538"/>
                  <a:pt x="111435" y="126279"/>
                  <a:pt x="111435" y="120986"/>
                </a:cubicBezTo>
                <a:lnTo>
                  <a:pt x="111435" y="76412"/>
                </a:lnTo>
                <a:cubicBezTo>
                  <a:pt x="111435" y="71119"/>
                  <a:pt x="107176" y="66861"/>
                  <a:pt x="101883" y="66861"/>
                </a:cubicBezTo>
                <a:close/>
                <a:moveTo>
                  <a:pt x="112509" y="152825"/>
                </a:moveTo>
                <a:cubicBezTo>
                  <a:pt x="112751" y="148880"/>
                  <a:pt x="110784" y="145128"/>
                  <a:pt x="107403" y="143082"/>
                </a:cubicBezTo>
                <a:cubicBezTo>
                  <a:pt x="104021" y="141037"/>
                  <a:pt x="99784" y="141037"/>
                  <a:pt x="96403" y="143082"/>
                </a:cubicBezTo>
                <a:cubicBezTo>
                  <a:pt x="93022" y="145128"/>
                  <a:pt x="91055" y="148880"/>
                  <a:pt x="91297" y="152825"/>
                </a:cubicBezTo>
                <a:cubicBezTo>
                  <a:pt x="91055" y="156769"/>
                  <a:pt x="93022" y="160521"/>
                  <a:pt x="96403" y="162567"/>
                </a:cubicBezTo>
                <a:cubicBezTo>
                  <a:pt x="99784" y="164612"/>
                  <a:pt x="104021" y="164612"/>
                  <a:pt x="107403" y="162567"/>
                </a:cubicBezTo>
                <a:cubicBezTo>
                  <a:pt x="110784" y="160521"/>
                  <a:pt x="112751" y="156769"/>
                  <a:pt x="112509" y="152825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38837" y="5111025"/>
            <a:ext cx="122259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Threat Scoring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2246" y="5450635"/>
            <a:ext cx="5476212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scoring algorithms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combining results from all detection engines into unified threat ratings from 0-100.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9122" y="1192031"/>
            <a:ext cx="5686770" cy="1670881"/>
          </a:xfrm>
          <a:custGeom>
            <a:avLst/>
            <a:gdLst/>
            <a:ahLst/>
            <a:cxnLst/>
            <a:rect l="l" t="t" r="r" b="b"/>
            <a:pathLst>
              <a:path w="5686770" h="1670881">
                <a:moveTo>
                  <a:pt x="67921" y="0"/>
                </a:moveTo>
                <a:lnTo>
                  <a:pt x="5618849" y="0"/>
                </a:lnTo>
                <a:cubicBezTo>
                  <a:pt x="5656361" y="0"/>
                  <a:pt x="5686770" y="30409"/>
                  <a:pt x="5686770" y="67921"/>
                </a:cubicBezTo>
                <a:lnTo>
                  <a:pt x="5686770" y="1602960"/>
                </a:lnTo>
                <a:cubicBezTo>
                  <a:pt x="5686770" y="1640472"/>
                  <a:pt x="5656361" y="1670881"/>
                  <a:pt x="5618849" y="1670881"/>
                </a:cubicBezTo>
                <a:lnTo>
                  <a:pt x="67921" y="1670881"/>
                </a:lnTo>
                <a:cubicBezTo>
                  <a:pt x="30435" y="1670881"/>
                  <a:pt x="0" y="1640447"/>
                  <a:pt x="0" y="1602960"/>
                </a:cubicBezTo>
                <a:lnTo>
                  <a:pt x="0" y="67921"/>
                </a:lnTo>
                <a:cubicBezTo>
                  <a:pt x="0" y="30435"/>
                  <a:pt x="30435" y="0"/>
                  <a:pt x="6792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33833" y="1348252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26227" y="90939"/>
                </a:moveTo>
                <a:cubicBezTo>
                  <a:pt x="31520" y="53926"/>
                  <a:pt x="63398" y="25471"/>
                  <a:pt x="101883" y="25471"/>
                </a:cubicBezTo>
                <a:cubicBezTo>
                  <a:pt x="122976" y="25471"/>
                  <a:pt x="142079" y="34027"/>
                  <a:pt x="155929" y="47837"/>
                </a:cubicBezTo>
                <a:cubicBezTo>
                  <a:pt x="156008" y="47917"/>
                  <a:pt x="156088" y="47996"/>
                  <a:pt x="156168" y="48076"/>
                </a:cubicBezTo>
                <a:lnTo>
                  <a:pt x="159192" y="50942"/>
                </a:lnTo>
                <a:lnTo>
                  <a:pt x="140129" y="50942"/>
                </a:lnTo>
                <a:cubicBezTo>
                  <a:pt x="133085" y="50942"/>
                  <a:pt x="127394" y="56633"/>
                  <a:pt x="127394" y="63677"/>
                </a:cubicBezTo>
                <a:cubicBezTo>
                  <a:pt x="127394" y="70721"/>
                  <a:pt x="133085" y="76412"/>
                  <a:pt x="140129" y="76412"/>
                </a:cubicBezTo>
                <a:lnTo>
                  <a:pt x="191070" y="76412"/>
                </a:lnTo>
                <a:cubicBezTo>
                  <a:pt x="198115" y="76412"/>
                  <a:pt x="203806" y="70721"/>
                  <a:pt x="203806" y="63677"/>
                </a:cubicBezTo>
                <a:lnTo>
                  <a:pt x="203806" y="12735"/>
                </a:lnTo>
                <a:cubicBezTo>
                  <a:pt x="203806" y="5691"/>
                  <a:pt x="198115" y="0"/>
                  <a:pt x="191070" y="0"/>
                </a:cubicBezTo>
                <a:cubicBezTo>
                  <a:pt x="184026" y="0"/>
                  <a:pt x="178335" y="5691"/>
                  <a:pt x="178335" y="12735"/>
                </a:cubicBezTo>
                <a:lnTo>
                  <a:pt x="178335" y="33988"/>
                </a:lnTo>
                <a:lnTo>
                  <a:pt x="173838" y="29729"/>
                </a:lnTo>
                <a:cubicBezTo>
                  <a:pt x="155411" y="11382"/>
                  <a:pt x="129941" y="0"/>
                  <a:pt x="101883" y="0"/>
                </a:cubicBezTo>
                <a:cubicBezTo>
                  <a:pt x="50544" y="0"/>
                  <a:pt x="8079" y="37967"/>
                  <a:pt x="1035" y="87357"/>
                </a:cubicBezTo>
                <a:cubicBezTo>
                  <a:pt x="40" y="94321"/>
                  <a:pt x="4855" y="100769"/>
                  <a:pt x="11820" y="101764"/>
                </a:cubicBezTo>
                <a:cubicBezTo>
                  <a:pt x="18785" y="102759"/>
                  <a:pt x="25232" y="97903"/>
                  <a:pt x="26227" y="90978"/>
                </a:cubicBezTo>
                <a:close/>
                <a:moveTo>
                  <a:pt x="202731" y="116409"/>
                </a:moveTo>
                <a:cubicBezTo>
                  <a:pt x="203726" y="109445"/>
                  <a:pt x="198871" y="102997"/>
                  <a:pt x="191946" y="102002"/>
                </a:cubicBezTo>
                <a:cubicBezTo>
                  <a:pt x="185021" y="101007"/>
                  <a:pt x="178534" y="105863"/>
                  <a:pt x="177539" y="112788"/>
                </a:cubicBezTo>
                <a:cubicBezTo>
                  <a:pt x="172246" y="149800"/>
                  <a:pt x="140368" y="178255"/>
                  <a:pt x="101883" y="178255"/>
                </a:cubicBezTo>
                <a:cubicBezTo>
                  <a:pt x="80790" y="178255"/>
                  <a:pt x="61687" y="169699"/>
                  <a:pt x="47837" y="155889"/>
                </a:cubicBezTo>
                <a:cubicBezTo>
                  <a:pt x="47758" y="155809"/>
                  <a:pt x="47678" y="155730"/>
                  <a:pt x="47598" y="155650"/>
                </a:cubicBezTo>
                <a:lnTo>
                  <a:pt x="44574" y="152785"/>
                </a:lnTo>
                <a:lnTo>
                  <a:pt x="63637" y="152785"/>
                </a:lnTo>
                <a:cubicBezTo>
                  <a:pt x="70681" y="152785"/>
                  <a:pt x="76372" y="147094"/>
                  <a:pt x="76372" y="140049"/>
                </a:cubicBezTo>
                <a:cubicBezTo>
                  <a:pt x="76372" y="133005"/>
                  <a:pt x="70681" y="127314"/>
                  <a:pt x="63637" y="127314"/>
                </a:cubicBezTo>
                <a:lnTo>
                  <a:pt x="12735" y="127354"/>
                </a:lnTo>
                <a:cubicBezTo>
                  <a:pt x="9353" y="127354"/>
                  <a:pt x="6089" y="128707"/>
                  <a:pt x="3701" y="131135"/>
                </a:cubicBezTo>
                <a:cubicBezTo>
                  <a:pt x="1313" y="133562"/>
                  <a:pt x="-40" y="136786"/>
                  <a:pt x="0" y="140209"/>
                </a:cubicBezTo>
                <a:lnTo>
                  <a:pt x="398" y="190752"/>
                </a:lnTo>
                <a:cubicBezTo>
                  <a:pt x="438" y="197796"/>
                  <a:pt x="6208" y="203448"/>
                  <a:pt x="13253" y="203368"/>
                </a:cubicBezTo>
                <a:cubicBezTo>
                  <a:pt x="20297" y="203288"/>
                  <a:pt x="25948" y="197558"/>
                  <a:pt x="25869" y="190513"/>
                </a:cubicBezTo>
                <a:lnTo>
                  <a:pt x="25710" y="170017"/>
                </a:lnTo>
                <a:lnTo>
                  <a:pt x="29968" y="174037"/>
                </a:lnTo>
                <a:cubicBezTo>
                  <a:pt x="48394" y="192384"/>
                  <a:pt x="73825" y="203766"/>
                  <a:pt x="101883" y="203766"/>
                </a:cubicBezTo>
                <a:cubicBezTo>
                  <a:pt x="153222" y="203766"/>
                  <a:pt x="195687" y="165799"/>
                  <a:pt x="202731" y="116409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664953" y="1331272"/>
            <a:ext cx="185087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Background Threading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8362" y="1670882"/>
            <a:ext cx="5476212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Utilizes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QThread pools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concurrent processing, maintaining responsive UI during intensive analysis operations.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8362" y="2214258"/>
            <a:ext cx="2665939" cy="509415"/>
          </a:xfrm>
          <a:custGeom>
            <a:avLst/>
            <a:gdLst/>
            <a:ahLst/>
            <a:cxnLst/>
            <a:rect l="l" t="t" r="r" b="b"/>
            <a:pathLst>
              <a:path w="2665939" h="509415">
                <a:moveTo>
                  <a:pt x="33963" y="0"/>
                </a:moveTo>
                <a:lnTo>
                  <a:pt x="2631976" y="0"/>
                </a:lnTo>
                <a:cubicBezTo>
                  <a:pt x="2650733" y="0"/>
                  <a:pt x="2665939" y="15206"/>
                  <a:pt x="2665939" y="33963"/>
                </a:cubicBezTo>
                <a:lnTo>
                  <a:pt x="2665939" y="475452"/>
                </a:lnTo>
                <a:cubicBezTo>
                  <a:pt x="2665939" y="494209"/>
                  <a:pt x="2650733" y="509415"/>
                  <a:pt x="2631976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376285" y="2282180"/>
            <a:ext cx="259801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Worker Threads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6285" y="2485946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engines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44877" y="2214258"/>
            <a:ext cx="2665939" cy="509415"/>
          </a:xfrm>
          <a:custGeom>
            <a:avLst/>
            <a:gdLst/>
            <a:ahLst/>
            <a:cxnLst/>
            <a:rect l="l" t="t" r="r" b="b"/>
            <a:pathLst>
              <a:path w="2665939" h="509415">
                <a:moveTo>
                  <a:pt x="33963" y="0"/>
                </a:moveTo>
                <a:lnTo>
                  <a:pt x="2631976" y="0"/>
                </a:lnTo>
                <a:cubicBezTo>
                  <a:pt x="2650733" y="0"/>
                  <a:pt x="2665939" y="15206"/>
                  <a:pt x="2665939" y="33963"/>
                </a:cubicBezTo>
                <a:lnTo>
                  <a:pt x="2665939" y="475452"/>
                </a:lnTo>
                <a:cubicBezTo>
                  <a:pt x="2665939" y="494209"/>
                  <a:pt x="2650733" y="509415"/>
                  <a:pt x="2631976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112799" y="2282180"/>
            <a:ext cx="259801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GUI Thread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12799" y="2485946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responsiveness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9122" y="2971589"/>
            <a:ext cx="5686770" cy="1552018"/>
          </a:xfrm>
          <a:custGeom>
            <a:avLst/>
            <a:gdLst/>
            <a:ahLst/>
            <a:cxnLst/>
            <a:rect l="l" t="t" r="r" b="b"/>
            <a:pathLst>
              <a:path w="5686770" h="1552018">
                <a:moveTo>
                  <a:pt x="67916" y="0"/>
                </a:moveTo>
                <a:lnTo>
                  <a:pt x="5618854" y="0"/>
                </a:lnTo>
                <a:cubicBezTo>
                  <a:pt x="5656363" y="0"/>
                  <a:pt x="5686770" y="30407"/>
                  <a:pt x="5686770" y="67916"/>
                </a:cubicBezTo>
                <a:lnTo>
                  <a:pt x="5686770" y="1484102"/>
                </a:lnTo>
                <a:cubicBezTo>
                  <a:pt x="5686770" y="1521611"/>
                  <a:pt x="5656363" y="1552018"/>
                  <a:pt x="5618854" y="1552018"/>
                </a:cubicBezTo>
                <a:lnTo>
                  <a:pt x="67916" y="1552018"/>
                </a:lnTo>
                <a:cubicBezTo>
                  <a:pt x="30407" y="1552018"/>
                  <a:pt x="0" y="1521611"/>
                  <a:pt x="0" y="1484102"/>
                </a:cubicBezTo>
                <a:lnTo>
                  <a:pt x="0" y="67916"/>
                </a:lnTo>
                <a:cubicBezTo>
                  <a:pt x="0" y="30407"/>
                  <a:pt x="30407" y="0"/>
                  <a:pt x="6791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346569" y="3127810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50942" y="-12735"/>
                </a:moveTo>
                <a:cubicBezTo>
                  <a:pt x="57986" y="-12735"/>
                  <a:pt x="63677" y="-7044"/>
                  <a:pt x="63677" y="0"/>
                </a:cubicBezTo>
                <a:lnTo>
                  <a:pt x="63677" y="38206"/>
                </a:lnTo>
                <a:lnTo>
                  <a:pt x="114618" y="38206"/>
                </a:lnTo>
                <a:lnTo>
                  <a:pt x="114618" y="0"/>
                </a:lnTo>
                <a:cubicBezTo>
                  <a:pt x="114618" y="-7044"/>
                  <a:pt x="120310" y="-12735"/>
                  <a:pt x="127354" y="-12735"/>
                </a:cubicBezTo>
                <a:cubicBezTo>
                  <a:pt x="134398" y="-12735"/>
                  <a:pt x="140089" y="-7044"/>
                  <a:pt x="140089" y="0"/>
                </a:cubicBezTo>
                <a:lnTo>
                  <a:pt x="140089" y="38206"/>
                </a:lnTo>
                <a:lnTo>
                  <a:pt x="165560" y="38206"/>
                </a:lnTo>
                <a:cubicBezTo>
                  <a:pt x="172604" y="38206"/>
                  <a:pt x="178295" y="43897"/>
                  <a:pt x="178295" y="50942"/>
                </a:cubicBezTo>
                <a:cubicBezTo>
                  <a:pt x="178295" y="57986"/>
                  <a:pt x="172604" y="63677"/>
                  <a:pt x="165560" y="63677"/>
                </a:cubicBezTo>
                <a:lnTo>
                  <a:pt x="165560" y="89148"/>
                </a:lnTo>
                <a:cubicBezTo>
                  <a:pt x="165560" y="126996"/>
                  <a:pt x="138020" y="158436"/>
                  <a:pt x="101883" y="164485"/>
                </a:cubicBezTo>
                <a:lnTo>
                  <a:pt x="101883" y="191031"/>
                </a:lnTo>
                <a:cubicBezTo>
                  <a:pt x="101883" y="198075"/>
                  <a:pt x="96192" y="203766"/>
                  <a:pt x="89148" y="203766"/>
                </a:cubicBezTo>
                <a:cubicBezTo>
                  <a:pt x="82103" y="203766"/>
                  <a:pt x="76412" y="198075"/>
                  <a:pt x="76412" y="191031"/>
                </a:cubicBezTo>
                <a:lnTo>
                  <a:pt x="76412" y="164485"/>
                </a:lnTo>
                <a:cubicBezTo>
                  <a:pt x="40276" y="158436"/>
                  <a:pt x="12735" y="126996"/>
                  <a:pt x="12735" y="89148"/>
                </a:cubicBezTo>
                <a:lnTo>
                  <a:pt x="12735" y="63677"/>
                </a:lnTo>
                <a:cubicBezTo>
                  <a:pt x="5691" y="63677"/>
                  <a:pt x="0" y="57986"/>
                  <a:pt x="0" y="50942"/>
                </a:cubicBezTo>
                <a:cubicBezTo>
                  <a:pt x="0" y="43897"/>
                  <a:pt x="5691" y="38206"/>
                  <a:pt x="12735" y="38206"/>
                </a:cubicBezTo>
                <a:lnTo>
                  <a:pt x="38206" y="38206"/>
                </a:lnTo>
                <a:lnTo>
                  <a:pt x="38206" y="0"/>
                </a:lnTo>
                <a:cubicBezTo>
                  <a:pt x="38206" y="-7044"/>
                  <a:pt x="43897" y="-12735"/>
                  <a:pt x="50942" y="-12735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664953" y="3110829"/>
            <a:ext cx="200369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Signal/Slot Coordination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8362" y="3450439"/>
            <a:ext cx="5476212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Qt's signal/slot mechanism enables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loose coupling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components.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08362" y="3773069"/>
            <a:ext cx="5408290" cy="611298"/>
          </a:xfrm>
          <a:custGeom>
            <a:avLst/>
            <a:gdLst/>
            <a:ahLst/>
            <a:cxnLst/>
            <a:rect l="l" t="t" r="r" b="b"/>
            <a:pathLst>
              <a:path w="5408290" h="611298">
                <a:moveTo>
                  <a:pt x="33964" y="0"/>
                </a:moveTo>
                <a:lnTo>
                  <a:pt x="5374326" y="0"/>
                </a:lnTo>
                <a:cubicBezTo>
                  <a:pt x="5393084" y="0"/>
                  <a:pt x="5408290" y="15206"/>
                  <a:pt x="5408290" y="33964"/>
                </a:cubicBezTo>
                <a:lnTo>
                  <a:pt x="5408290" y="577334"/>
                </a:lnTo>
                <a:cubicBezTo>
                  <a:pt x="5408290" y="596092"/>
                  <a:pt x="5393084" y="611298"/>
                  <a:pt x="5374326" y="611298"/>
                </a:cubicBezTo>
                <a:lnTo>
                  <a:pt x="33964" y="611298"/>
                </a:lnTo>
                <a:cubicBezTo>
                  <a:pt x="15206" y="611298"/>
                  <a:pt x="0" y="596092"/>
                  <a:pt x="0" y="577334"/>
                </a:cubicBezTo>
                <a:lnTo>
                  <a:pt x="0" y="33964"/>
                </a:lnTo>
                <a:cubicBezTo>
                  <a:pt x="0" y="15219"/>
                  <a:pt x="15219" y="0"/>
                  <a:pt x="339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410246" y="3874952"/>
            <a:ext cx="527244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0246" y="4112679"/>
            <a:ext cx="526395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UI updates as analysis results become available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9122" y="4632282"/>
            <a:ext cx="5686770" cy="1059583"/>
          </a:xfrm>
          <a:custGeom>
            <a:avLst/>
            <a:gdLst/>
            <a:ahLst/>
            <a:cxnLst/>
            <a:rect l="l" t="t" r="r" b="b"/>
            <a:pathLst>
              <a:path w="5686770" h="1059583">
                <a:moveTo>
                  <a:pt x="67919" y="0"/>
                </a:moveTo>
                <a:lnTo>
                  <a:pt x="5618851" y="0"/>
                </a:lnTo>
                <a:cubicBezTo>
                  <a:pt x="5656361" y="0"/>
                  <a:pt x="5686770" y="30409"/>
                  <a:pt x="5686770" y="67919"/>
                </a:cubicBezTo>
                <a:lnTo>
                  <a:pt x="5686770" y="991664"/>
                </a:lnTo>
                <a:cubicBezTo>
                  <a:pt x="5686770" y="1029175"/>
                  <a:pt x="5656361" y="1059583"/>
                  <a:pt x="5618851" y="1059583"/>
                </a:cubicBezTo>
                <a:lnTo>
                  <a:pt x="67919" y="1059583"/>
                </a:lnTo>
                <a:cubicBezTo>
                  <a:pt x="30409" y="1059583"/>
                  <a:pt x="0" y="1029175"/>
                  <a:pt x="0" y="991664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333833" y="4788501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13026" y="-517"/>
                </a:moveTo>
                <a:cubicBezTo>
                  <a:pt x="106141" y="-4497"/>
                  <a:pt x="97625" y="-4497"/>
                  <a:pt x="90740" y="-517"/>
                </a:cubicBezTo>
                <a:lnTo>
                  <a:pt x="57230" y="18824"/>
                </a:lnTo>
                <a:cubicBezTo>
                  <a:pt x="50345" y="22804"/>
                  <a:pt x="46086" y="30167"/>
                  <a:pt x="46086" y="38127"/>
                </a:cubicBezTo>
                <a:lnTo>
                  <a:pt x="46086" y="78681"/>
                </a:lnTo>
                <a:lnTo>
                  <a:pt x="10944" y="98978"/>
                </a:lnTo>
                <a:cubicBezTo>
                  <a:pt x="4059" y="102958"/>
                  <a:pt x="-199" y="110320"/>
                  <a:pt x="-199" y="118280"/>
                </a:cubicBezTo>
                <a:lnTo>
                  <a:pt x="-199" y="157003"/>
                </a:lnTo>
                <a:cubicBezTo>
                  <a:pt x="-199" y="164963"/>
                  <a:pt x="4059" y="172326"/>
                  <a:pt x="10944" y="176305"/>
                </a:cubicBezTo>
                <a:lnTo>
                  <a:pt x="44494" y="195647"/>
                </a:lnTo>
                <a:cubicBezTo>
                  <a:pt x="51379" y="199627"/>
                  <a:pt x="59896" y="199627"/>
                  <a:pt x="66781" y="195647"/>
                </a:cubicBezTo>
                <a:lnTo>
                  <a:pt x="101923" y="175350"/>
                </a:lnTo>
                <a:lnTo>
                  <a:pt x="137064" y="195647"/>
                </a:lnTo>
                <a:cubicBezTo>
                  <a:pt x="143950" y="199627"/>
                  <a:pt x="152466" y="199627"/>
                  <a:pt x="159351" y="195647"/>
                </a:cubicBezTo>
                <a:lnTo>
                  <a:pt x="192822" y="176305"/>
                </a:lnTo>
                <a:cubicBezTo>
                  <a:pt x="199707" y="172326"/>
                  <a:pt x="203965" y="164963"/>
                  <a:pt x="203965" y="157003"/>
                </a:cubicBezTo>
                <a:lnTo>
                  <a:pt x="203965" y="118280"/>
                </a:lnTo>
                <a:cubicBezTo>
                  <a:pt x="203965" y="110320"/>
                  <a:pt x="199707" y="102958"/>
                  <a:pt x="192822" y="98978"/>
                </a:cubicBezTo>
                <a:lnTo>
                  <a:pt x="157680" y="78681"/>
                </a:lnTo>
                <a:lnTo>
                  <a:pt x="157680" y="38127"/>
                </a:lnTo>
                <a:cubicBezTo>
                  <a:pt x="157680" y="30167"/>
                  <a:pt x="153421" y="22804"/>
                  <a:pt x="146536" y="18824"/>
                </a:cubicBezTo>
                <a:lnTo>
                  <a:pt x="113026" y="-517"/>
                </a:lnTo>
                <a:close/>
                <a:moveTo>
                  <a:pt x="92331" y="116449"/>
                </a:moveTo>
                <a:lnTo>
                  <a:pt x="92331" y="158834"/>
                </a:lnTo>
                <a:lnTo>
                  <a:pt x="57190" y="179131"/>
                </a:lnTo>
                <a:cubicBezTo>
                  <a:pt x="56712" y="179410"/>
                  <a:pt x="56155" y="179569"/>
                  <a:pt x="55598" y="179569"/>
                </a:cubicBezTo>
                <a:lnTo>
                  <a:pt x="55598" y="137661"/>
                </a:lnTo>
                <a:lnTo>
                  <a:pt x="92331" y="116449"/>
                </a:lnTo>
                <a:close/>
                <a:moveTo>
                  <a:pt x="184424" y="116688"/>
                </a:moveTo>
                <a:cubicBezTo>
                  <a:pt x="184703" y="117165"/>
                  <a:pt x="184862" y="117723"/>
                  <a:pt x="184862" y="118280"/>
                </a:cubicBezTo>
                <a:lnTo>
                  <a:pt x="184862" y="157003"/>
                </a:lnTo>
                <a:cubicBezTo>
                  <a:pt x="184862" y="158157"/>
                  <a:pt x="184265" y="159192"/>
                  <a:pt x="183270" y="159749"/>
                </a:cubicBezTo>
                <a:lnTo>
                  <a:pt x="149720" y="179091"/>
                </a:lnTo>
                <a:cubicBezTo>
                  <a:pt x="149243" y="179370"/>
                  <a:pt x="148686" y="179529"/>
                  <a:pt x="148128" y="179529"/>
                </a:cubicBezTo>
                <a:lnTo>
                  <a:pt x="148128" y="137622"/>
                </a:lnTo>
                <a:lnTo>
                  <a:pt x="184424" y="116688"/>
                </a:lnTo>
                <a:close/>
                <a:moveTo>
                  <a:pt x="138617" y="38127"/>
                </a:moveTo>
                <a:lnTo>
                  <a:pt x="138617" y="78681"/>
                </a:lnTo>
                <a:lnTo>
                  <a:pt x="101883" y="99893"/>
                </a:lnTo>
                <a:lnTo>
                  <a:pt x="101883" y="57508"/>
                </a:lnTo>
                <a:lnTo>
                  <a:pt x="138179" y="36574"/>
                </a:lnTo>
                <a:cubicBezTo>
                  <a:pt x="138457" y="37052"/>
                  <a:pt x="138617" y="37609"/>
                  <a:pt x="138617" y="3816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664953" y="4771521"/>
            <a:ext cx="143485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08362" y="5111131"/>
            <a:ext cx="5476212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batch operations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processing multiple samples with parallel analysis queues.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9122" y="5800540"/>
            <a:ext cx="5686770" cy="838837"/>
          </a:xfrm>
          <a:custGeom>
            <a:avLst/>
            <a:gdLst/>
            <a:ahLst/>
            <a:cxnLst/>
            <a:rect l="l" t="t" r="r" b="b"/>
            <a:pathLst>
              <a:path w="5686770" h="838837">
                <a:moveTo>
                  <a:pt x="67921" y="0"/>
                </a:moveTo>
                <a:lnTo>
                  <a:pt x="5618849" y="0"/>
                </a:lnTo>
                <a:cubicBezTo>
                  <a:pt x="5656361" y="0"/>
                  <a:pt x="5686770" y="30409"/>
                  <a:pt x="5686770" y="67921"/>
                </a:cubicBezTo>
                <a:lnTo>
                  <a:pt x="5686770" y="770916"/>
                </a:lnTo>
                <a:cubicBezTo>
                  <a:pt x="5686770" y="808428"/>
                  <a:pt x="5656361" y="838837"/>
                  <a:pt x="5618849" y="838837"/>
                </a:cubicBezTo>
                <a:lnTo>
                  <a:pt x="67921" y="838837"/>
                </a:lnTo>
                <a:cubicBezTo>
                  <a:pt x="30409" y="838837"/>
                  <a:pt x="0" y="808428"/>
                  <a:pt x="0" y="770916"/>
                </a:cubicBezTo>
                <a:lnTo>
                  <a:pt x="0" y="67921"/>
                </a:lnTo>
                <a:cubicBezTo>
                  <a:pt x="0" y="30409"/>
                  <a:pt x="30409" y="0"/>
                  <a:pt x="6792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346569" y="5956761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30764" y="995"/>
                </a:moveTo>
                <a:cubicBezTo>
                  <a:pt x="33988" y="-637"/>
                  <a:pt x="37888" y="-279"/>
                  <a:pt x="40753" y="1910"/>
                </a:cubicBezTo>
                <a:lnTo>
                  <a:pt x="168107" y="97386"/>
                </a:lnTo>
                <a:cubicBezTo>
                  <a:pt x="171410" y="99853"/>
                  <a:pt x="172724" y="104151"/>
                  <a:pt x="171450" y="108052"/>
                </a:cubicBezTo>
                <a:cubicBezTo>
                  <a:pt x="170176" y="111952"/>
                  <a:pt x="166515" y="114579"/>
                  <a:pt x="162376" y="114579"/>
                </a:cubicBezTo>
                <a:lnTo>
                  <a:pt x="101764" y="114579"/>
                </a:lnTo>
                <a:lnTo>
                  <a:pt x="137144" y="185300"/>
                </a:lnTo>
                <a:cubicBezTo>
                  <a:pt x="140288" y="191588"/>
                  <a:pt x="137741" y="199229"/>
                  <a:pt x="131453" y="202373"/>
                </a:cubicBezTo>
                <a:cubicBezTo>
                  <a:pt x="125165" y="205517"/>
                  <a:pt x="117524" y="202970"/>
                  <a:pt x="114380" y="196682"/>
                </a:cubicBezTo>
                <a:lnTo>
                  <a:pt x="78999" y="125961"/>
                </a:lnTo>
                <a:lnTo>
                  <a:pt x="42664" y="174435"/>
                </a:lnTo>
                <a:cubicBezTo>
                  <a:pt x="40196" y="177738"/>
                  <a:pt x="35898" y="179051"/>
                  <a:pt x="31998" y="177778"/>
                </a:cubicBezTo>
                <a:cubicBezTo>
                  <a:pt x="28097" y="176504"/>
                  <a:pt x="25471" y="172843"/>
                  <a:pt x="25471" y="168744"/>
                </a:cubicBezTo>
                <a:lnTo>
                  <a:pt x="25471" y="9552"/>
                </a:lnTo>
                <a:cubicBezTo>
                  <a:pt x="25471" y="5930"/>
                  <a:pt x="27500" y="2627"/>
                  <a:pt x="30764" y="995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664953" y="5939780"/>
            <a:ext cx="126504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Drag-and-Drop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08362" y="6279390"/>
            <a:ext cx="5476212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file handling with </a:t>
            </a:r>
            <a:r>
              <a:rPr lang="en-US" sz="107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sample validation</a:t>
            </a:r>
            <a:r>
              <a:rPr lang="en-US" sz="107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immediate analysis initiation.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95784" y="4921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5500" y="317500"/>
            <a:ext cx="578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Three-Headed Detection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5500" y="698500"/>
            <a:ext cx="567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Threat Detection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14425"/>
            <a:ext cx="11547475" cy="1133475"/>
          </a:xfrm>
          <a:custGeom>
            <a:avLst/>
            <a:gdLst/>
            <a:ahLst/>
            <a:cxnLst/>
            <a:rect l="l" t="t" r="r" b="b"/>
            <a:pathLst>
              <a:path w="11547475" h="1133475">
                <a:moveTo>
                  <a:pt x="63497" y="0"/>
                </a:moveTo>
                <a:lnTo>
                  <a:pt x="11483978" y="0"/>
                </a:lnTo>
                <a:cubicBezTo>
                  <a:pt x="11519046" y="0"/>
                  <a:pt x="11547475" y="28429"/>
                  <a:pt x="11547475" y="63497"/>
                </a:cubicBezTo>
                <a:lnTo>
                  <a:pt x="11547475" y="1069978"/>
                </a:lnTo>
                <a:cubicBezTo>
                  <a:pt x="11547475" y="1105046"/>
                  <a:pt x="11519046" y="1133475"/>
                  <a:pt x="11483978" y="1133475"/>
                </a:cubicBezTo>
                <a:lnTo>
                  <a:pt x="63497" y="1133475"/>
                </a:lnTo>
                <a:cubicBezTo>
                  <a:pt x="28429" y="1133475"/>
                  <a:pt x="0" y="1105046"/>
                  <a:pt x="0" y="1069978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14350" y="128418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75506" y="1276348"/>
            <a:ext cx="361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Innovative Triple-Detection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600" y="1625500"/>
            <a:ext cx="1129506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Inspired by Cerberus, the mythological three-headed guardian, this engine employs </a:t>
            </a:r>
            <a:r>
              <a:rPr lang="en-US" sz="112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complementary detection methodologies</a:t>
            </a:r>
            <a:r>
              <a:rPr lang="en-US" sz="112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working in parallel. Each 'head' provides unique detection capabilities, combining to form a comprehensive threat identification system.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3850" y="2388294"/>
            <a:ext cx="3751263" cy="4449762"/>
          </a:xfrm>
          <a:custGeom>
            <a:avLst/>
            <a:gdLst/>
            <a:ahLst/>
            <a:cxnLst/>
            <a:rect l="l" t="t" r="r" b="b"/>
            <a:pathLst>
              <a:path w="3751263" h="4449762">
                <a:moveTo>
                  <a:pt x="63509" y="0"/>
                </a:moveTo>
                <a:lnTo>
                  <a:pt x="3687754" y="0"/>
                </a:lnTo>
                <a:cubicBezTo>
                  <a:pt x="3722829" y="0"/>
                  <a:pt x="3751263" y="28434"/>
                  <a:pt x="3751263" y="63509"/>
                </a:cubicBezTo>
                <a:lnTo>
                  <a:pt x="3751263" y="4386254"/>
                </a:lnTo>
                <a:cubicBezTo>
                  <a:pt x="3751263" y="4421329"/>
                  <a:pt x="3722829" y="4449763"/>
                  <a:pt x="3687754" y="4449763"/>
                </a:cubicBezTo>
                <a:lnTo>
                  <a:pt x="63509" y="4449762"/>
                </a:lnTo>
                <a:cubicBezTo>
                  <a:pt x="28434" y="4449763"/>
                  <a:pt x="0" y="4421329"/>
                  <a:pt x="0" y="4386254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8950" y="258514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15950" y="27121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28700" y="2604194"/>
            <a:ext cx="448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700" y="2775645"/>
            <a:ext cx="1262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ML Detection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2034" y="255974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512840" y="2688332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63711" y="0"/>
                </a:moveTo>
                <a:cubicBezTo>
                  <a:pt x="163711" y="-8232"/>
                  <a:pt x="157060" y="-14883"/>
                  <a:pt x="148828" y="-14883"/>
                </a:cubicBezTo>
                <a:cubicBezTo>
                  <a:pt x="140596" y="-14883"/>
                  <a:pt x="133945" y="-8232"/>
                  <a:pt x="133945" y="0"/>
                </a:cubicBezTo>
                <a:lnTo>
                  <a:pt x="133945" y="29766"/>
                </a:lnTo>
                <a:lnTo>
                  <a:pt x="89297" y="29766"/>
                </a:lnTo>
                <a:cubicBezTo>
                  <a:pt x="64647" y="29766"/>
                  <a:pt x="44648" y="49764"/>
                  <a:pt x="44648" y="74414"/>
                </a:cubicBezTo>
                <a:lnTo>
                  <a:pt x="44648" y="178594"/>
                </a:lnTo>
                <a:cubicBezTo>
                  <a:pt x="44648" y="203243"/>
                  <a:pt x="64647" y="223242"/>
                  <a:pt x="89297" y="223242"/>
                </a:cubicBezTo>
                <a:lnTo>
                  <a:pt x="208359" y="223242"/>
                </a:lnTo>
                <a:cubicBezTo>
                  <a:pt x="233009" y="223242"/>
                  <a:pt x="253008" y="203243"/>
                  <a:pt x="253008" y="178594"/>
                </a:cubicBezTo>
                <a:lnTo>
                  <a:pt x="253008" y="74414"/>
                </a:lnTo>
                <a:cubicBezTo>
                  <a:pt x="253008" y="49764"/>
                  <a:pt x="233009" y="29766"/>
                  <a:pt x="208359" y="29766"/>
                </a:cubicBezTo>
                <a:lnTo>
                  <a:pt x="163711" y="29766"/>
                </a:lnTo>
                <a:lnTo>
                  <a:pt x="163711" y="0"/>
                </a:lnTo>
                <a:close/>
                <a:moveTo>
                  <a:pt x="74414" y="171152"/>
                </a:moveTo>
                <a:cubicBezTo>
                  <a:pt x="74414" y="164967"/>
                  <a:pt x="79391" y="159990"/>
                  <a:pt x="85576" y="159990"/>
                </a:cubicBezTo>
                <a:lnTo>
                  <a:pt x="100459" y="159990"/>
                </a:lnTo>
                <a:cubicBezTo>
                  <a:pt x="106645" y="159990"/>
                  <a:pt x="111621" y="164967"/>
                  <a:pt x="111621" y="171152"/>
                </a:cubicBezTo>
                <a:cubicBezTo>
                  <a:pt x="111621" y="177338"/>
                  <a:pt x="106645" y="182314"/>
                  <a:pt x="100459" y="182314"/>
                </a:cubicBezTo>
                <a:lnTo>
                  <a:pt x="85576" y="182314"/>
                </a:lnTo>
                <a:cubicBezTo>
                  <a:pt x="79391" y="182314"/>
                  <a:pt x="74414" y="177338"/>
                  <a:pt x="74414" y="171152"/>
                </a:cubicBezTo>
                <a:close/>
                <a:moveTo>
                  <a:pt x="130225" y="171152"/>
                </a:moveTo>
                <a:cubicBezTo>
                  <a:pt x="130225" y="164967"/>
                  <a:pt x="135201" y="159990"/>
                  <a:pt x="141387" y="159990"/>
                </a:cubicBezTo>
                <a:lnTo>
                  <a:pt x="156270" y="159990"/>
                </a:lnTo>
                <a:cubicBezTo>
                  <a:pt x="162455" y="159990"/>
                  <a:pt x="167432" y="164967"/>
                  <a:pt x="167432" y="171152"/>
                </a:cubicBezTo>
                <a:cubicBezTo>
                  <a:pt x="167432" y="177338"/>
                  <a:pt x="162455" y="182314"/>
                  <a:pt x="156270" y="182314"/>
                </a:cubicBezTo>
                <a:lnTo>
                  <a:pt x="141387" y="182314"/>
                </a:lnTo>
                <a:cubicBezTo>
                  <a:pt x="135201" y="182314"/>
                  <a:pt x="130225" y="177338"/>
                  <a:pt x="130225" y="171152"/>
                </a:cubicBezTo>
                <a:close/>
                <a:moveTo>
                  <a:pt x="186035" y="171152"/>
                </a:moveTo>
                <a:cubicBezTo>
                  <a:pt x="186035" y="164967"/>
                  <a:pt x="191012" y="159990"/>
                  <a:pt x="197197" y="159990"/>
                </a:cubicBezTo>
                <a:lnTo>
                  <a:pt x="212080" y="159990"/>
                </a:lnTo>
                <a:cubicBezTo>
                  <a:pt x="218266" y="159990"/>
                  <a:pt x="223242" y="164967"/>
                  <a:pt x="223242" y="171152"/>
                </a:cubicBezTo>
                <a:cubicBezTo>
                  <a:pt x="223242" y="177338"/>
                  <a:pt x="218266" y="182314"/>
                  <a:pt x="212080" y="182314"/>
                </a:cubicBezTo>
                <a:lnTo>
                  <a:pt x="197197" y="182314"/>
                </a:lnTo>
                <a:cubicBezTo>
                  <a:pt x="191012" y="182314"/>
                  <a:pt x="186035" y="177338"/>
                  <a:pt x="186035" y="171152"/>
                </a:cubicBezTo>
                <a:close/>
                <a:moveTo>
                  <a:pt x="104180" y="81855"/>
                </a:moveTo>
                <a:cubicBezTo>
                  <a:pt x="116501" y="81855"/>
                  <a:pt x="126504" y="91859"/>
                  <a:pt x="126504" y="104180"/>
                </a:cubicBezTo>
                <a:cubicBezTo>
                  <a:pt x="126504" y="116501"/>
                  <a:pt x="116501" y="126504"/>
                  <a:pt x="104180" y="126504"/>
                </a:cubicBezTo>
                <a:cubicBezTo>
                  <a:pt x="91859" y="126504"/>
                  <a:pt x="81855" y="116501"/>
                  <a:pt x="81855" y="104180"/>
                </a:cubicBezTo>
                <a:cubicBezTo>
                  <a:pt x="81855" y="91859"/>
                  <a:pt x="91859" y="81855"/>
                  <a:pt x="104180" y="81855"/>
                </a:cubicBezTo>
                <a:close/>
                <a:moveTo>
                  <a:pt x="171152" y="104180"/>
                </a:moveTo>
                <a:cubicBezTo>
                  <a:pt x="171152" y="91859"/>
                  <a:pt x="181155" y="81855"/>
                  <a:pt x="193477" y="81855"/>
                </a:cubicBezTo>
                <a:cubicBezTo>
                  <a:pt x="205798" y="81855"/>
                  <a:pt x="215801" y="91859"/>
                  <a:pt x="215801" y="104180"/>
                </a:cubicBezTo>
                <a:cubicBezTo>
                  <a:pt x="215801" y="116501"/>
                  <a:pt x="205798" y="126504"/>
                  <a:pt x="193477" y="126504"/>
                </a:cubicBezTo>
                <a:cubicBezTo>
                  <a:pt x="181155" y="126504"/>
                  <a:pt x="171152" y="116501"/>
                  <a:pt x="171152" y="104180"/>
                </a:cubicBezTo>
                <a:close/>
                <a:moveTo>
                  <a:pt x="29766" y="104180"/>
                </a:moveTo>
                <a:cubicBezTo>
                  <a:pt x="29766" y="95948"/>
                  <a:pt x="23115" y="89297"/>
                  <a:pt x="14883" y="89297"/>
                </a:cubicBezTo>
                <a:cubicBezTo>
                  <a:pt x="6651" y="89297"/>
                  <a:pt x="0" y="95948"/>
                  <a:pt x="0" y="104180"/>
                </a:cubicBezTo>
                <a:lnTo>
                  <a:pt x="0" y="148828"/>
                </a:lnTo>
                <a:cubicBezTo>
                  <a:pt x="0" y="157060"/>
                  <a:pt x="6651" y="163711"/>
                  <a:pt x="14883" y="163711"/>
                </a:cubicBezTo>
                <a:cubicBezTo>
                  <a:pt x="23115" y="163711"/>
                  <a:pt x="29766" y="157060"/>
                  <a:pt x="29766" y="148828"/>
                </a:cubicBezTo>
                <a:lnTo>
                  <a:pt x="29766" y="104180"/>
                </a:lnTo>
                <a:close/>
                <a:moveTo>
                  <a:pt x="282773" y="89297"/>
                </a:moveTo>
                <a:cubicBezTo>
                  <a:pt x="274541" y="89297"/>
                  <a:pt x="267891" y="95948"/>
                  <a:pt x="267891" y="104180"/>
                </a:cubicBezTo>
                <a:lnTo>
                  <a:pt x="267891" y="148828"/>
                </a:lnTo>
                <a:cubicBezTo>
                  <a:pt x="267891" y="157060"/>
                  <a:pt x="274541" y="163711"/>
                  <a:pt x="282773" y="163711"/>
                </a:cubicBezTo>
                <a:cubicBezTo>
                  <a:pt x="291005" y="163711"/>
                  <a:pt x="297656" y="157060"/>
                  <a:pt x="297656" y="148828"/>
                </a:cubicBezTo>
                <a:lnTo>
                  <a:pt x="297656" y="104180"/>
                </a:lnTo>
                <a:cubicBezTo>
                  <a:pt x="297656" y="95948"/>
                  <a:pt x="291005" y="89297"/>
                  <a:pt x="282773" y="89297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8950" y="3188395"/>
            <a:ext cx="348456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Employs </a:t>
            </a:r>
            <a:r>
              <a:rPr lang="en-US" sz="10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algorithms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proactive threat detection, identifying malicious patterns without relying on signatures.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825" y="39662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1200" y="3934520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100+ Features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extracted per sample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856" y="43472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9889" y="4220270"/>
            <a:ext cx="3278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Algorithms: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RandomForest, XGBoost, Neural Networks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825" y="47282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11200" y="469652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Zero-Day Detection: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Catches unknown variants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2125" y="6029325"/>
            <a:ext cx="3419475" cy="641350"/>
          </a:xfrm>
          <a:custGeom>
            <a:avLst/>
            <a:gdLst/>
            <a:ahLst/>
            <a:cxnLst/>
            <a:rect l="l" t="t" r="r" b="b"/>
            <a:pathLst>
              <a:path w="3419475" h="641350">
                <a:moveTo>
                  <a:pt x="63500" y="0"/>
                </a:moveTo>
                <a:lnTo>
                  <a:pt x="3355975" y="0"/>
                </a:lnTo>
                <a:cubicBezTo>
                  <a:pt x="3391045" y="0"/>
                  <a:pt x="3419475" y="28430"/>
                  <a:pt x="3419475" y="63500"/>
                </a:cubicBezTo>
                <a:lnTo>
                  <a:pt x="3419475" y="577850"/>
                </a:lnTo>
                <a:cubicBezTo>
                  <a:pt x="3419475" y="612920"/>
                  <a:pt x="3391045" y="641350"/>
                  <a:pt x="3355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 w="10160">
            <a:solidFill>
              <a:srgbClr val="00B2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90550" y="6175375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Detection 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41960" y="6127750"/>
            <a:ext cx="785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96.8%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0550" y="6413500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unknown threats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18484" y="2388294"/>
            <a:ext cx="3751263" cy="4449762"/>
          </a:xfrm>
          <a:custGeom>
            <a:avLst/>
            <a:gdLst/>
            <a:ahLst/>
            <a:cxnLst/>
            <a:rect l="l" t="t" r="r" b="b"/>
            <a:pathLst>
              <a:path w="3751263" h="4449762">
                <a:moveTo>
                  <a:pt x="63509" y="0"/>
                </a:moveTo>
                <a:lnTo>
                  <a:pt x="3687754" y="0"/>
                </a:lnTo>
                <a:cubicBezTo>
                  <a:pt x="3722829" y="0"/>
                  <a:pt x="3751263" y="28434"/>
                  <a:pt x="3751263" y="63509"/>
                </a:cubicBezTo>
                <a:lnTo>
                  <a:pt x="3751263" y="4386254"/>
                </a:lnTo>
                <a:cubicBezTo>
                  <a:pt x="3751263" y="4421329"/>
                  <a:pt x="3722829" y="4449763"/>
                  <a:pt x="3687754" y="4449763"/>
                </a:cubicBezTo>
                <a:lnTo>
                  <a:pt x="63509" y="4449762"/>
                </a:lnTo>
                <a:cubicBezTo>
                  <a:pt x="28434" y="4449763"/>
                  <a:pt x="0" y="4421329"/>
                  <a:pt x="0" y="4386254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383584" y="258514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510584" y="27121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923334" y="2604194"/>
            <a:ext cx="4646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3334" y="2775645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YARA Scanning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06667" y="255974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437239" y="268833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2324" y="119062"/>
                </a:moveTo>
                <a:cubicBezTo>
                  <a:pt x="22324" y="65624"/>
                  <a:pt x="65624" y="22324"/>
                  <a:pt x="119062" y="22324"/>
                </a:cubicBezTo>
                <a:cubicBezTo>
                  <a:pt x="148410" y="22324"/>
                  <a:pt x="174687" y="35393"/>
                  <a:pt x="192453" y="56043"/>
                </a:cubicBezTo>
                <a:cubicBezTo>
                  <a:pt x="196453" y="60740"/>
                  <a:pt x="203522" y="61252"/>
                  <a:pt x="208173" y="57252"/>
                </a:cubicBezTo>
                <a:cubicBezTo>
                  <a:pt x="212824" y="53253"/>
                  <a:pt x="213382" y="46183"/>
                  <a:pt x="209383" y="41532"/>
                </a:cubicBezTo>
                <a:cubicBezTo>
                  <a:pt x="187570" y="16092"/>
                  <a:pt x="155200" y="0"/>
                  <a:pt x="119062" y="0"/>
                </a:cubicBezTo>
                <a:cubicBezTo>
                  <a:pt x="53299" y="0"/>
                  <a:pt x="0" y="53299"/>
                  <a:pt x="0" y="119062"/>
                </a:cubicBezTo>
                <a:lnTo>
                  <a:pt x="0" y="137666"/>
                </a:lnTo>
                <a:cubicBezTo>
                  <a:pt x="0" y="143852"/>
                  <a:pt x="4976" y="148828"/>
                  <a:pt x="11162" y="148828"/>
                </a:cubicBezTo>
                <a:cubicBezTo>
                  <a:pt x="17348" y="148828"/>
                  <a:pt x="22324" y="143852"/>
                  <a:pt x="22324" y="137666"/>
                </a:cubicBezTo>
                <a:lnTo>
                  <a:pt x="22324" y="119062"/>
                </a:lnTo>
                <a:close/>
                <a:moveTo>
                  <a:pt x="235567" y="94459"/>
                </a:moveTo>
                <a:cubicBezTo>
                  <a:pt x="234311" y="88413"/>
                  <a:pt x="228358" y="84553"/>
                  <a:pt x="222359" y="85855"/>
                </a:cubicBezTo>
                <a:cubicBezTo>
                  <a:pt x="216359" y="87157"/>
                  <a:pt x="212452" y="93064"/>
                  <a:pt x="213754" y="99064"/>
                </a:cubicBezTo>
                <a:cubicBezTo>
                  <a:pt x="215103" y="105528"/>
                  <a:pt x="215847" y="112226"/>
                  <a:pt x="215847" y="119109"/>
                </a:cubicBezTo>
                <a:lnTo>
                  <a:pt x="215847" y="137713"/>
                </a:lnTo>
                <a:cubicBezTo>
                  <a:pt x="215847" y="143898"/>
                  <a:pt x="220824" y="148875"/>
                  <a:pt x="227009" y="148875"/>
                </a:cubicBezTo>
                <a:cubicBezTo>
                  <a:pt x="233195" y="148875"/>
                  <a:pt x="238172" y="143898"/>
                  <a:pt x="238172" y="137713"/>
                </a:cubicBezTo>
                <a:lnTo>
                  <a:pt x="238172" y="119109"/>
                </a:lnTo>
                <a:cubicBezTo>
                  <a:pt x="238172" y="110691"/>
                  <a:pt x="237288" y="102459"/>
                  <a:pt x="235614" y="94506"/>
                </a:cubicBezTo>
                <a:close/>
                <a:moveTo>
                  <a:pt x="119062" y="37207"/>
                </a:moveTo>
                <a:cubicBezTo>
                  <a:pt x="110226" y="37207"/>
                  <a:pt x="101668" y="38602"/>
                  <a:pt x="93715" y="41207"/>
                </a:cubicBezTo>
                <a:cubicBezTo>
                  <a:pt x="86646" y="43532"/>
                  <a:pt x="85018" y="52229"/>
                  <a:pt x="89855" y="57903"/>
                </a:cubicBezTo>
                <a:cubicBezTo>
                  <a:pt x="93157" y="61764"/>
                  <a:pt x="98599" y="62926"/>
                  <a:pt x="103529" y="61578"/>
                </a:cubicBezTo>
                <a:cubicBezTo>
                  <a:pt x="108458" y="60229"/>
                  <a:pt x="113667" y="59531"/>
                  <a:pt x="119062" y="59531"/>
                </a:cubicBezTo>
                <a:cubicBezTo>
                  <a:pt x="151944" y="59531"/>
                  <a:pt x="178594" y="86181"/>
                  <a:pt x="178594" y="119062"/>
                </a:cubicBezTo>
                <a:lnTo>
                  <a:pt x="178594" y="130643"/>
                </a:lnTo>
                <a:cubicBezTo>
                  <a:pt x="178594" y="142363"/>
                  <a:pt x="177896" y="154037"/>
                  <a:pt x="176547" y="165664"/>
                </a:cubicBezTo>
                <a:cubicBezTo>
                  <a:pt x="175757" y="172455"/>
                  <a:pt x="180919" y="178594"/>
                  <a:pt x="187802" y="178594"/>
                </a:cubicBezTo>
                <a:cubicBezTo>
                  <a:pt x="193291" y="178594"/>
                  <a:pt x="197988" y="174594"/>
                  <a:pt x="198639" y="169152"/>
                </a:cubicBezTo>
                <a:cubicBezTo>
                  <a:pt x="200174" y="156409"/>
                  <a:pt x="200964" y="143573"/>
                  <a:pt x="200964" y="130690"/>
                </a:cubicBezTo>
                <a:lnTo>
                  <a:pt x="200964" y="119109"/>
                </a:lnTo>
                <a:cubicBezTo>
                  <a:pt x="200964" y="73902"/>
                  <a:pt x="164316" y="37254"/>
                  <a:pt x="119109" y="37254"/>
                </a:cubicBezTo>
                <a:close/>
                <a:moveTo>
                  <a:pt x="70089" y="69159"/>
                </a:moveTo>
                <a:cubicBezTo>
                  <a:pt x="65856" y="64229"/>
                  <a:pt x="58322" y="63857"/>
                  <a:pt x="54322" y="68973"/>
                </a:cubicBezTo>
                <a:cubicBezTo>
                  <a:pt x="43579" y="82832"/>
                  <a:pt x="37207" y="100180"/>
                  <a:pt x="37207" y="119062"/>
                </a:cubicBezTo>
                <a:lnTo>
                  <a:pt x="37207" y="130643"/>
                </a:lnTo>
                <a:cubicBezTo>
                  <a:pt x="37207" y="141898"/>
                  <a:pt x="35998" y="153153"/>
                  <a:pt x="33579" y="164083"/>
                </a:cubicBezTo>
                <a:cubicBezTo>
                  <a:pt x="31998" y="171338"/>
                  <a:pt x="37254" y="178547"/>
                  <a:pt x="44695" y="178547"/>
                </a:cubicBezTo>
                <a:cubicBezTo>
                  <a:pt x="49578" y="178547"/>
                  <a:pt x="53950" y="175292"/>
                  <a:pt x="55020" y="170501"/>
                </a:cubicBezTo>
                <a:cubicBezTo>
                  <a:pt x="57996" y="157432"/>
                  <a:pt x="59531" y="144084"/>
                  <a:pt x="59531" y="130597"/>
                </a:cubicBezTo>
                <a:lnTo>
                  <a:pt x="59531" y="119016"/>
                </a:lnTo>
                <a:cubicBezTo>
                  <a:pt x="59531" y="106366"/>
                  <a:pt x="63484" y="94645"/>
                  <a:pt x="70182" y="85018"/>
                </a:cubicBezTo>
                <a:cubicBezTo>
                  <a:pt x="73530" y="80181"/>
                  <a:pt x="73902" y="73577"/>
                  <a:pt x="70089" y="69112"/>
                </a:cubicBezTo>
                <a:close/>
                <a:moveTo>
                  <a:pt x="119062" y="74414"/>
                </a:moveTo>
                <a:cubicBezTo>
                  <a:pt x="94413" y="74414"/>
                  <a:pt x="74414" y="94413"/>
                  <a:pt x="74414" y="119062"/>
                </a:cubicBezTo>
                <a:lnTo>
                  <a:pt x="74414" y="130643"/>
                </a:lnTo>
                <a:cubicBezTo>
                  <a:pt x="74414" y="147340"/>
                  <a:pt x="72275" y="163897"/>
                  <a:pt x="67996" y="179989"/>
                </a:cubicBezTo>
                <a:cubicBezTo>
                  <a:pt x="66229" y="186640"/>
                  <a:pt x="71112" y="193477"/>
                  <a:pt x="77995" y="193477"/>
                </a:cubicBezTo>
                <a:cubicBezTo>
                  <a:pt x="82414" y="193477"/>
                  <a:pt x="86320" y="190593"/>
                  <a:pt x="87483" y="186314"/>
                </a:cubicBezTo>
                <a:cubicBezTo>
                  <a:pt x="92366" y="168176"/>
                  <a:pt x="94878" y="149479"/>
                  <a:pt x="94878" y="130643"/>
                </a:cubicBezTo>
                <a:lnTo>
                  <a:pt x="94878" y="119063"/>
                </a:lnTo>
                <a:cubicBezTo>
                  <a:pt x="94878" y="105714"/>
                  <a:pt x="105714" y="94878"/>
                  <a:pt x="119062" y="94878"/>
                </a:cubicBezTo>
                <a:cubicBezTo>
                  <a:pt x="132411" y="94878"/>
                  <a:pt x="143247" y="105714"/>
                  <a:pt x="143247" y="119063"/>
                </a:cubicBezTo>
                <a:lnTo>
                  <a:pt x="143247" y="130643"/>
                </a:lnTo>
                <a:cubicBezTo>
                  <a:pt x="143247" y="147526"/>
                  <a:pt x="141619" y="164316"/>
                  <a:pt x="138410" y="180826"/>
                </a:cubicBezTo>
                <a:cubicBezTo>
                  <a:pt x="137154" y="187291"/>
                  <a:pt x="141991" y="193477"/>
                  <a:pt x="148549" y="193477"/>
                </a:cubicBezTo>
                <a:cubicBezTo>
                  <a:pt x="153293" y="193477"/>
                  <a:pt x="157386" y="190221"/>
                  <a:pt x="158316" y="185570"/>
                </a:cubicBezTo>
                <a:cubicBezTo>
                  <a:pt x="161897" y="167525"/>
                  <a:pt x="163711" y="149154"/>
                  <a:pt x="163711" y="130643"/>
                </a:cubicBezTo>
                <a:lnTo>
                  <a:pt x="163711" y="119063"/>
                </a:lnTo>
                <a:cubicBezTo>
                  <a:pt x="163711" y="94413"/>
                  <a:pt x="143712" y="74414"/>
                  <a:pt x="119063" y="74414"/>
                </a:cubicBezTo>
                <a:close/>
                <a:moveTo>
                  <a:pt x="130225" y="119062"/>
                </a:moveTo>
                <a:cubicBezTo>
                  <a:pt x="130225" y="112877"/>
                  <a:pt x="125248" y="107900"/>
                  <a:pt x="119062" y="107900"/>
                </a:cubicBezTo>
                <a:cubicBezTo>
                  <a:pt x="112877" y="107900"/>
                  <a:pt x="107900" y="112877"/>
                  <a:pt x="107900" y="119062"/>
                </a:cubicBezTo>
                <a:lnTo>
                  <a:pt x="107900" y="130643"/>
                </a:lnTo>
                <a:cubicBezTo>
                  <a:pt x="107900" y="158502"/>
                  <a:pt x="102784" y="186128"/>
                  <a:pt x="92785" y="212127"/>
                </a:cubicBezTo>
                <a:lnTo>
                  <a:pt x="90041" y="219242"/>
                </a:lnTo>
                <a:cubicBezTo>
                  <a:pt x="87809" y="225010"/>
                  <a:pt x="90692" y="231474"/>
                  <a:pt x="96459" y="233660"/>
                </a:cubicBezTo>
                <a:cubicBezTo>
                  <a:pt x="102226" y="235846"/>
                  <a:pt x="108691" y="233009"/>
                  <a:pt x="110877" y="227242"/>
                </a:cubicBezTo>
                <a:lnTo>
                  <a:pt x="113621" y="220126"/>
                </a:lnTo>
                <a:cubicBezTo>
                  <a:pt x="124597" y="191570"/>
                  <a:pt x="130225" y="161246"/>
                  <a:pt x="130225" y="130643"/>
                </a:cubicBezTo>
                <a:lnTo>
                  <a:pt x="130225" y="119062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383584" y="3188395"/>
            <a:ext cx="3484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Utilizes </a:t>
            </a:r>
            <a:r>
              <a:rPr lang="en-US" sz="1000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signature-based pattern matching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known malware families, packers, and specific code patterns.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99459" y="375989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605834" y="3728145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Signatures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curated database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9459" y="404564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605834" y="4013895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Packer Detection: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protection methods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99459" y="433139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605834" y="4299645"/>
            <a:ext cx="284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Classification: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Maps to known threat groups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6759" y="6029325"/>
            <a:ext cx="3419475" cy="641350"/>
          </a:xfrm>
          <a:custGeom>
            <a:avLst/>
            <a:gdLst/>
            <a:ahLst/>
            <a:cxnLst/>
            <a:rect l="l" t="t" r="r" b="b"/>
            <a:pathLst>
              <a:path w="3419475" h="641350">
                <a:moveTo>
                  <a:pt x="63500" y="0"/>
                </a:moveTo>
                <a:lnTo>
                  <a:pt x="3355975" y="0"/>
                </a:lnTo>
                <a:cubicBezTo>
                  <a:pt x="3391045" y="0"/>
                  <a:pt x="3419475" y="28430"/>
                  <a:pt x="3419475" y="63500"/>
                </a:cubicBezTo>
                <a:lnTo>
                  <a:pt x="3419475" y="577850"/>
                </a:lnTo>
                <a:cubicBezTo>
                  <a:pt x="3419475" y="612920"/>
                  <a:pt x="3391045" y="641350"/>
                  <a:pt x="3355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5F677D">
              <a:alpha val="20000"/>
            </a:srgbClr>
          </a:solidFill>
          <a:ln w="10160">
            <a:solidFill>
              <a:srgbClr val="5F677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485184" y="6175375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Scan Speed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20459" y="6127750"/>
            <a:ext cx="50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85184" y="6413500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100MB sample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13117" y="2388294"/>
            <a:ext cx="3751263" cy="4449762"/>
          </a:xfrm>
          <a:custGeom>
            <a:avLst/>
            <a:gdLst/>
            <a:ahLst/>
            <a:cxnLst/>
            <a:rect l="l" t="t" r="r" b="b"/>
            <a:pathLst>
              <a:path w="3751263" h="4449762">
                <a:moveTo>
                  <a:pt x="63509" y="0"/>
                </a:moveTo>
                <a:lnTo>
                  <a:pt x="3687754" y="0"/>
                </a:lnTo>
                <a:cubicBezTo>
                  <a:pt x="3722829" y="0"/>
                  <a:pt x="3751263" y="28434"/>
                  <a:pt x="3751263" y="63509"/>
                </a:cubicBezTo>
                <a:lnTo>
                  <a:pt x="3751263" y="4386254"/>
                </a:lnTo>
                <a:cubicBezTo>
                  <a:pt x="3751263" y="4421329"/>
                  <a:pt x="3722829" y="4449763"/>
                  <a:pt x="3687754" y="4449763"/>
                </a:cubicBezTo>
                <a:lnTo>
                  <a:pt x="63509" y="4449762"/>
                </a:lnTo>
                <a:cubicBezTo>
                  <a:pt x="28434" y="4449763"/>
                  <a:pt x="0" y="4421329"/>
                  <a:pt x="0" y="4386254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278218" y="258514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393311" y="27121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817968" y="2604194"/>
            <a:ext cx="468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17968" y="2775645"/>
            <a:ext cx="177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Behavioral Analysis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01301" y="255974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1346756" y="2688332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9295" y="-14883"/>
                </a:moveTo>
                <a:cubicBezTo>
                  <a:pt x="133670" y="-14883"/>
                  <a:pt x="145340" y="-3212"/>
                  <a:pt x="145340" y="11162"/>
                </a:cubicBezTo>
                <a:cubicBezTo>
                  <a:pt x="145340" y="25537"/>
                  <a:pt x="133670" y="37207"/>
                  <a:pt x="119295" y="37207"/>
                </a:cubicBezTo>
                <a:cubicBezTo>
                  <a:pt x="104920" y="37207"/>
                  <a:pt x="93250" y="25537"/>
                  <a:pt x="93250" y="11162"/>
                </a:cubicBezTo>
                <a:cubicBezTo>
                  <a:pt x="93250" y="-3212"/>
                  <a:pt x="104920" y="-14883"/>
                  <a:pt x="119295" y="-14883"/>
                </a:cubicBezTo>
                <a:close/>
                <a:moveTo>
                  <a:pt x="57485" y="81855"/>
                </a:moveTo>
                <a:cubicBezTo>
                  <a:pt x="55950" y="81855"/>
                  <a:pt x="54601" y="82786"/>
                  <a:pt x="54043" y="84181"/>
                </a:cubicBezTo>
                <a:lnTo>
                  <a:pt x="43811" y="109714"/>
                </a:lnTo>
                <a:cubicBezTo>
                  <a:pt x="40742" y="117342"/>
                  <a:pt x="32091" y="121062"/>
                  <a:pt x="24464" y="117993"/>
                </a:cubicBezTo>
                <a:cubicBezTo>
                  <a:pt x="16836" y="114923"/>
                  <a:pt x="13115" y="106273"/>
                  <a:pt x="16185" y="98645"/>
                </a:cubicBezTo>
                <a:lnTo>
                  <a:pt x="26370" y="73112"/>
                </a:lnTo>
                <a:cubicBezTo>
                  <a:pt x="31486" y="60415"/>
                  <a:pt x="43765" y="52090"/>
                  <a:pt x="57485" y="52090"/>
                </a:cubicBezTo>
                <a:lnTo>
                  <a:pt x="102738" y="52090"/>
                </a:lnTo>
                <a:cubicBezTo>
                  <a:pt x="115993" y="52090"/>
                  <a:pt x="128225" y="59113"/>
                  <a:pt x="134875" y="70554"/>
                </a:cubicBezTo>
                <a:lnTo>
                  <a:pt x="150130" y="96738"/>
                </a:lnTo>
                <a:lnTo>
                  <a:pt x="178780" y="96738"/>
                </a:lnTo>
                <a:cubicBezTo>
                  <a:pt x="187012" y="96738"/>
                  <a:pt x="193663" y="103389"/>
                  <a:pt x="193663" y="111621"/>
                </a:cubicBezTo>
                <a:cubicBezTo>
                  <a:pt x="193663" y="119853"/>
                  <a:pt x="187012" y="126504"/>
                  <a:pt x="178780" y="126504"/>
                </a:cubicBezTo>
                <a:lnTo>
                  <a:pt x="150130" y="126504"/>
                </a:lnTo>
                <a:cubicBezTo>
                  <a:pt x="139526" y="126504"/>
                  <a:pt x="129760" y="120876"/>
                  <a:pt x="124411" y="111714"/>
                </a:cubicBezTo>
                <a:lnTo>
                  <a:pt x="119760" y="103761"/>
                </a:lnTo>
                <a:lnTo>
                  <a:pt x="110133" y="136503"/>
                </a:lnTo>
                <a:lnTo>
                  <a:pt x="145200" y="147014"/>
                </a:lnTo>
                <a:cubicBezTo>
                  <a:pt x="158083" y="150875"/>
                  <a:pt x="164641" y="165153"/>
                  <a:pt x="159200" y="177478"/>
                </a:cubicBezTo>
                <a:lnTo>
                  <a:pt x="132876" y="236730"/>
                </a:lnTo>
                <a:cubicBezTo>
                  <a:pt x="129527" y="244264"/>
                  <a:pt x="120737" y="247613"/>
                  <a:pt x="113249" y="244264"/>
                </a:cubicBezTo>
                <a:cubicBezTo>
                  <a:pt x="105761" y="240916"/>
                  <a:pt x="102366" y="232125"/>
                  <a:pt x="105714" y="224637"/>
                </a:cubicBezTo>
                <a:lnTo>
                  <a:pt x="128597" y="173106"/>
                </a:lnTo>
                <a:lnTo>
                  <a:pt x="83995" y="159711"/>
                </a:lnTo>
                <a:cubicBezTo>
                  <a:pt x="68786" y="155153"/>
                  <a:pt x="59810" y="139387"/>
                  <a:pt x="63671" y="123992"/>
                </a:cubicBezTo>
                <a:lnTo>
                  <a:pt x="74228" y="81855"/>
                </a:lnTo>
                <a:lnTo>
                  <a:pt x="57531" y="81855"/>
                </a:lnTo>
                <a:close/>
                <a:moveTo>
                  <a:pt x="53764" y="166036"/>
                </a:moveTo>
                <a:cubicBezTo>
                  <a:pt x="59950" y="172966"/>
                  <a:pt x="68042" y="178268"/>
                  <a:pt x="77577" y="181105"/>
                </a:cubicBezTo>
                <a:lnTo>
                  <a:pt x="79763" y="181756"/>
                </a:lnTo>
                <a:lnTo>
                  <a:pt x="76553" y="190733"/>
                </a:lnTo>
                <a:cubicBezTo>
                  <a:pt x="73856" y="198313"/>
                  <a:pt x="69112" y="205057"/>
                  <a:pt x="62926" y="210173"/>
                </a:cubicBezTo>
                <a:lnTo>
                  <a:pt x="24603" y="241753"/>
                </a:lnTo>
                <a:cubicBezTo>
                  <a:pt x="18278" y="246962"/>
                  <a:pt x="8883" y="246078"/>
                  <a:pt x="3674" y="239753"/>
                </a:cubicBezTo>
                <a:cubicBezTo>
                  <a:pt x="-1535" y="233428"/>
                  <a:pt x="-651" y="224033"/>
                  <a:pt x="5674" y="218824"/>
                </a:cubicBezTo>
                <a:lnTo>
                  <a:pt x="43997" y="187244"/>
                </a:lnTo>
                <a:cubicBezTo>
                  <a:pt x="46090" y="185524"/>
                  <a:pt x="47625" y="183291"/>
                  <a:pt x="48555" y="180780"/>
                </a:cubicBezTo>
                <a:lnTo>
                  <a:pt x="53764" y="166036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8278218" y="3188395"/>
            <a:ext cx="3484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</a:t>
            </a:r>
            <a:r>
              <a:rPr lang="en-US" sz="10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behavior and API calls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detect malicious actions that static analysis might miss.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94093" y="375989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8500468" y="372814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Call Monitoring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traces suspicious sequences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94093" y="404564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8500468" y="4013895"/>
            <a:ext cx="249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 Behavioral Patterns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obfuscated code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94093" y="433139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8500468" y="4299645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Scoring: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risk assessment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81393" y="6029325"/>
            <a:ext cx="3419475" cy="641350"/>
          </a:xfrm>
          <a:custGeom>
            <a:avLst/>
            <a:gdLst/>
            <a:ahLst/>
            <a:cxnLst/>
            <a:rect l="l" t="t" r="r" b="b"/>
            <a:pathLst>
              <a:path w="3419475" h="641350">
                <a:moveTo>
                  <a:pt x="63500" y="0"/>
                </a:moveTo>
                <a:lnTo>
                  <a:pt x="3355975" y="0"/>
                </a:lnTo>
                <a:cubicBezTo>
                  <a:pt x="3391045" y="0"/>
                  <a:pt x="3419475" y="28430"/>
                  <a:pt x="3419475" y="63500"/>
                </a:cubicBezTo>
                <a:lnTo>
                  <a:pt x="3419475" y="577850"/>
                </a:lnTo>
                <a:cubicBezTo>
                  <a:pt x="3419475" y="612920"/>
                  <a:pt x="3391045" y="641350"/>
                  <a:pt x="3355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B2D4">
              <a:alpha val="20000"/>
            </a:srgbClr>
          </a:solidFill>
          <a:ln w="10160">
            <a:solidFill>
              <a:srgbClr val="00B2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379817" y="6175375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Obfuscation Bypass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132245" y="6127750"/>
            <a:ext cx="587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85%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9817" y="6413500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improvement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0675" y="6975476"/>
            <a:ext cx="11547475" cy="704850"/>
          </a:xfrm>
          <a:custGeom>
            <a:avLst/>
            <a:gdLst/>
            <a:ahLst/>
            <a:cxnLst/>
            <a:rect l="l" t="t" r="r" b="b"/>
            <a:pathLst>
              <a:path w="11547475" h="70485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641350"/>
                </a:lnTo>
                <a:cubicBezTo>
                  <a:pt x="11547475" y="676420"/>
                  <a:pt x="11519045" y="704850"/>
                  <a:pt x="1148397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15000"/>
                </a:srgbClr>
              </a:gs>
              <a:gs pos="50000">
                <a:srgbClr val="5F677D">
                  <a:alpha val="10000"/>
                </a:srgbClr>
              </a:gs>
              <a:gs pos="100000">
                <a:srgbClr val="00B2D4">
                  <a:alpha val="15000"/>
                </a:srgbClr>
              </a:gs>
            </a:gsLst>
            <a:lin ang="0" scaled="1"/>
          </a:gradFill>
          <a:ln w="10160">
            <a:solidFill>
              <a:srgbClr val="00B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482600" y="72088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8133" y="2418"/>
                </a:moveTo>
                <a:cubicBezTo>
                  <a:pt x="115063" y="-791"/>
                  <a:pt x="123062" y="-791"/>
                  <a:pt x="129992" y="2418"/>
                </a:cubicBezTo>
                <a:lnTo>
                  <a:pt x="231660" y="49392"/>
                </a:lnTo>
                <a:cubicBezTo>
                  <a:pt x="235614" y="51206"/>
                  <a:pt x="238125" y="55159"/>
                  <a:pt x="238125" y="59531"/>
                </a:cubicBezTo>
                <a:cubicBezTo>
                  <a:pt x="238125" y="63903"/>
                  <a:pt x="235614" y="67856"/>
                  <a:pt x="231660" y="69670"/>
                </a:cubicBezTo>
                <a:lnTo>
                  <a:pt x="129992" y="116644"/>
                </a:lnTo>
                <a:cubicBezTo>
                  <a:pt x="123062" y="119853"/>
                  <a:pt x="115063" y="119853"/>
                  <a:pt x="108133" y="116644"/>
                </a:cubicBezTo>
                <a:lnTo>
                  <a:pt x="6465" y="69670"/>
                </a:lnTo>
                <a:cubicBezTo>
                  <a:pt x="2511" y="67810"/>
                  <a:pt x="0" y="63857"/>
                  <a:pt x="0" y="59531"/>
                </a:cubicBezTo>
                <a:cubicBezTo>
                  <a:pt x="0" y="55206"/>
                  <a:pt x="2511" y="51206"/>
                  <a:pt x="6465" y="49392"/>
                </a:cubicBezTo>
                <a:lnTo>
                  <a:pt x="108133" y="2418"/>
                </a:lnTo>
                <a:close/>
                <a:moveTo>
                  <a:pt x="22371" y="101575"/>
                </a:moveTo>
                <a:lnTo>
                  <a:pt x="98785" y="136875"/>
                </a:lnTo>
                <a:cubicBezTo>
                  <a:pt x="111668" y="142828"/>
                  <a:pt x="126504" y="142828"/>
                  <a:pt x="139387" y="136875"/>
                </a:cubicBezTo>
                <a:lnTo>
                  <a:pt x="215801" y="101575"/>
                </a:lnTo>
                <a:lnTo>
                  <a:pt x="231660" y="108924"/>
                </a:lnTo>
                <a:cubicBezTo>
                  <a:pt x="235614" y="110737"/>
                  <a:pt x="238125" y="114691"/>
                  <a:pt x="238125" y="119062"/>
                </a:cubicBezTo>
                <a:cubicBezTo>
                  <a:pt x="238125" y="123434"/>
                  <a:pt x="235614" y="127388"/>
                  <a:pt x="231660" y="129201"/>
                </a:cubicBezTo>
                <a:lnTo>
                  <a:pt x="129992" y="176175"/>
                </a:lnTo>
                <a:cubicBezTo>
                  <a:pt x="123062" y="179384"/>
                  <a:pt x="115063" y="179384"/>
                  <a:pt x="108133" y="176175"/>
                </a:cubicBezTo>
                <a:lnTo>
                  <a:pt x="6465" y="129201"/>
                </a:lnTo>
                <a:cubicBezTo>
                  <a:pt x="2511" y="127341"/>
                  <a:pt x="0" y="123388"/>
                  <a:pt x="0" y="119062"/>
                </a:cubicBezTo>
                <a:cubicBezTo>
                  <a:pt x="0" y="114737"/>
                  <a:pt x="2511" y="110737"/>
                  <a:pt x="6465" y="108924"/>
                </a:cubicBezTo>
                <a:lnTo>
                  <a:pt x="22324" y="101575"/>
                </a:lnTo>
                <a:close/>
                <a:moveTo>
                  <a:pt x="6465" y="168455"/>
                </a:moveTo>
                <a:lnTo>
                  <a:pt x="22324" y="161106"/>
                </a:lnTo>
                <a:lnTo>
                  <a:pt x="98738" y="196407"/>
                </a:lnTo>
                <a:cubicBezTo>
                  <a:pt x="111621" y="202360"/>
                  <a:pt x="126457" y="202360"/>
                  <a:pt x="139340" y="196407"/>
                </a:cubicBezTo>
                <a:lnTo>
                  <a:pt x="215754" y="161106"/>
                </a:lnTo>
                <a:lnTo>
                  <a:pt x="231614" y="168455"/>
                </a:lnTo>
                <a:cubicBezTo>
                  <a:pt x="235567" y="170269"/>
                  <a:pt x="238078" y="174222"/>
                  <a:pt x="238078" y="178594"/>
                </a:cubicBezTo>
                <a:cubicBezTo>
                  <a:pt x="238078" y="182966"/>
                  <a:pt x="235567" y="186919"/>
                  <a:pt x="231614" y="188733"/>
                </a:cubicBezTo>
                <a:lnTo>
                  <a:pt x="129946" y="235707"/>
                </a:lnTo>
                <a:cubicBezTo>
                  <a:pt x="123016" y="238916"/>
                  <a:pt x="115016" y="238916"/>
                  <a:pt x="108086" y="235707"/>
                </a:cubicBezTo>
                <a:lnTo>
                  <a:pt x="6465" y="188733"/>
                </a:lnTo>
                <a:cubicBezTo>
                  <a:pt x="2511" y="186872"/>
                  <a:pt x="0" y="182919"/>
                  <a:pt x="0" y="178594"/>
                </a:cubicBezTo>
                <a:cubicBezTo>
                  <a:pt x="0" y="174268"/>
                  <a:pt x="2511" y="170269"/>
                  <a:pt x="6465" y="16845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75506" y="7105650"/>
            <a:ext cx="1094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Unified Detection Strategy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75506" y="7359650"/>
            <a:ext cx="1092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heads operate in parallel, combining results through weighted consensus algorithms. This approach achieves </a:t>
            </a:r>
            <a:r>
              <a:rPr lang="en-US" sz="10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99.2% detection rates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minimal false positives.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55" y="447869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66352" y="0"/>
                </a:moveTo>
                <a:lnTo>
                  <a:pt x="331754" y="0"/>
                </a:lnTo>
                <a:cubicBezTo>
                  <a:pt x="368399" y="0"/>
                  <a:pt x="398106" y="29707"/>
                  <a:pt x="398106" y="66352"/>
                </a:cubicBezTo>
                <a:lnTo>
                  <a:pt x="398106" y="331754"/>
                </a:lnTo>
                <a:cubicBezTo>
                  <a:pt x="398106" y="368399"/>
                  <a:pt x="368399" y="398106"/>
                  <a:pt x="331754" y="398106"/>
                </a:cubicBezTo>
                <a:lnTo>
                  <a:pt x="66352" y="398106"/>
                </a:lnTo>
                <a:cubicBezTo>
                  <a:pt x="29707" y="398106"/>
                  <a:pt x="0" y="368399"/>
                  <a:pt x="0" y="331754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52179" y="514220"/>
            <a:ext cx="456163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2563" y="331755"/>
            <a:ext cx="5366139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5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1: ML Detection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2563" y="729861"/>
            <a:ext cx="525002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Learning-Based Threat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90" y="1167778"/>
            <a:ext cx="7627050" cy="1622282"/>
          </a:xfrm>
          <a:custGeom>
            <a:avLst/>
            <a:gdLst/>
            <a:ahLst/>
            <a:cxnLst/>
            <a:rect l="l" t="t" r="r" b="b"/>
            <a:pathLst>
              <a:path w="7627050" h="1622282">
                <a:moveTo>
                  <a:pt x="66351" y="0"/>
                </a:moveTo>
                <a:lnTo>
                  <a:pt x="7560698" y="0"/>
                </a:lnTo>
                <a:cubicBezTo>
                  <a:pt x="7597343" y="0"/>
                  <a:pt x="7627050" y="29707"/>
                  <a:pt x="7627050" y="66351"/>
                </a:cubicBezTo>
                <a:lnTo>
                  <a:pt x="7627050" y="1555931"/>
                </a:lnTo>
                <a:cubicBezTo>
                  <a:pt x="7627050" y="1592576"/>
                  <a:pt x="7597343" y="1622282"/>
                  <a:pt x="7560698" y="1622282"/>
                </a:cubicBezTo>
                <a:lnTo>
                  <a:pt x="66351" y="1622282"/>
                </a:lnTo>
                <a:cubicBezTo>
                  <a:pt x="29707" y="1622282"/>
                  <a:pt x="0" y="1592576"/>
                  <a:pt x="0" y="1555931"/>
                </a:cubicBezTo>
                <a:lnTo>
                  <a:pt x="0" y="66351"/>
                </a:lnTo>
                <a:cubicBezTo>
                  <a:pt x="0" y="29707"/>
                  <a:pt x="29707" y="0"/>
                  <a:pt x="6635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10903" y="1340291"/>
            <a:ext cx="530808" cy="530808"/>
          </a:xfrm>
          <a:custGeom>
            <a:avLst/>
            <a:gdLst/>
            <a:ahLst/>
            <a:cxnLst/>
            <a:rect l="l" t="t" r="r" b="b"/>
            <a:pathLst>
              <a:path w="530808" h="530808">
                <a:moveTo>
                  <a:pt x="265404" y="0"/>
                </a:moveTo>
                <a:lnTo>
                  <a:pt x="265404" y="0"/>
                </a:lnTo>
                <a:cubicBezTo>
                  <a:pt x="411983" y="0"/>
                  <a:pt x="530808" y="118825"/>
                  <a:pt x="530808" y="265404"/>
                </a:cubicBezTo>
                <a:lnTo>
                  <a:pt x="530808" y="265404"/>
                </a:lnTo>
                <a:cubicBezTo>
                  <a:pt x="530808" y="411983"/>
                  <a:pt x="411983" y="530808"/>
                  <a:pt x="265404" y="530808"/>
                </a:cubicBezTo>
                <a:lnTo>
                  <a:pt x="265404" y="530808"/>
                </a:lnTo>
                <a:cubicBezTo>
                  <a:pt x="118825" y="530808"/>
                  <a:pt x="0" y="411983"/>
                  <a:pt x="0" y="265404"/>
                </a:cubicBezTo>
                <a:lnTo>
                  <a:pt x="0" y="265404"/>
                </a:lnTo>
                <a:cubicBezTo>
                  <a:pt x="0" y="118825"/>
                  <a:pt x="118825" y="0"/>
                  <a:pt x="265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22870" y="1481287"/>
            <a:ext cx="311020" cy="248816"/>
          </a:xfrm>
          <a:custGeom>
            <a:avLst/>
            <a:gdLst/>
            <a:ahLst/>
            <a:cxnLst/>
            <a:rect l="l" t="t" r="r" b="b"/>
            <a:pathLst>
              <a:path w="311020" h="248816">
                <a:moveTo>
                  <a:pt x="171061" y="0"/>
                </a:moveTo>
                <a:cubicBezTo>
                  <a:pt x="171061" y="-8602"/>
                  <a:pt x="164112" y="-15551"/>
                  <a:pt x="155510" y="-15551"/>
                </a:cubicBezTo>
                <a:cubicBezTo>
                  <a:pt x="146909" y="-15551"/>
                  <a:pt x="139959" y="-8602"/>
                  <a:pt x="139959" y="0"/>
                </a:cubicBezTo>
                <a:lnTo>
                  <a:pt x="139959" y="31102"/>
                </a:lnTo>
                <a:lnTo>
                  <a:pt x="93306" y="31102"/>
                </a:lnTo>
                <a:cubicBezTo>
                  <a:pt x="67550" y="31102"/>
                  <a:pt x="46653" y="51999"/>
                  <a:pt x="46653" y="77755"/>
                </a:cubicBezTo>
                <a:lnTo>
                  <a:pt x="46653" y="186612"/>
                </a:lnTo>
                <a:cubicBezTo>
                  <a:pt x="46653" y="212369"/>
                  <a:pt x="67550" y="233265"/>
                  <a:pt x="93306" y="233265"/>
                </a:cubicBezTo>
                <a:lnTo>
                  <a:pt x="217714" y="233265"/>
                </a:lnTo>
                <a:cubicBezTo>
                  <a:pt x="243471" y="233265"/>
                  <a:pt x="264367" y="212369"/>
                  <a:pt x="264367" y="186612"/>
                </a:cubicBezTo>
                <a:lnTo>
                  <a:pt x="264367" y="77755"/>
                </a:lnTo>
                <a:cubicBezTo>
                  <a:pt x="264367" y="51999"/>
                  <a:pt x="243471" y="31102"/>
                  <a:pt x="217714" y="31102"/>
                </a:cubicBezTo>
                <a:lnTo>
                  <a:pt x="171061" y="31102"/>
                </a:lnTo>
                <a:lnTo>
                  <a:pt x="171061" y="0"/>
                </a:lnTo>
                <a:close/>
                <a:moveTo>
                  <a:pt x="77755" y="178837"/>
                </a:moveTo>
                <a:cubicBezTo>
                  <a:pt x="77755" y="172373"/>
                  <a:pt x="82955" y="167173"/>
                  <a:pt x="89418" y="167173"/>
                </a:cubicBezTo>
                <a:lnTo>
                  <a:pt x="104969" y="167173"/>
                </a:lnTo>
                <a:cubicBezTo>
                  <a:pt x="111433" y="167173"/>
                  <a:pt x="116633" y="172373"/>
                  <a:pt x="116633" y="178837"/>
                </a:cubicBezTo>
                <a:cubicBezTo>
                  <a:pt x="116633" y="185300"/>
                  <a:pt x="111433" y="190500"/>
                  <a:pt x="104969" y="190500"/>
                </a:cubicBezTo>
                <a:lnTo>
                  <a:pt x="89418" y="190500"/>
                </a:lnTo>
                <a:cubicBezTo>
                  <a:pt x="82955" y="190500"/>
                  <a:pt x="77755" y="185300"/>
                  <a:pt x="77755" y="178837"/>
                </a:cubicBezTo>
                <a:close/>
                <a:moveTo>
                  <a:pt x="136071" y="178837"/>
                </a:moveTo>
                <a:cubicBezTo>
                  <a:pt x="136071" y="172373"/>
                  <a:pt x="141271" y="167173"/>
                  <a:pt x="147735" y="167173"/>
                </a:cubicBezTo>
                <a:lnTo>
                  <a:pt x="163286" y="167173"/>
                </a:lnTo>
                <a:cubicBezTo>
                  <a:pt x="169749" y="167173"/>
                  <a:pt x="174949" y="172373"/>
                  <a:pt x="174949" y="178837"/>
                </a:cubicBezTo>
                <a:cubicBezTo>
                  <a:pt x="174949" y="185300"/>
                  <a:pt x="169749" y="190500"/>
                  <a:pt x="163286" y="190500"/>
                </a:cubicBezTo>
                <a:lnTo>
                  <a:pt x="147735" y="190500"/>
                </a:lnTo>
                <a:cubicBezTo>
                  <a:pt x="141271" y="190500"/>
                  <a:pt x="136071" y="185300"/>
                  <a:pt x="136071" y="178837"/>
                </a:cubicBezTo>
                <a:close/>
                <a:moveTo>
                  <a:pt x="194388" y="178837"/>
                </a:moveTo>
                <a:cubicBezTo>
                  <a:pt x="194388" y="172373"/>
                  <a:pt x="199588" y="167173"/>
                  <a:pt x="206051" y="167173"/>
                </a:cubicBezTo>
                <a:lnTo>
                  <a:pt x="221602" y="167173"/>
                </a:lnTo>
                <a:cubicBezTo>
                  <a:pt x="228065" y="167173"/>
                  <a:pt x="233265" y="172373"/>
                  <a:pt x="233265" y="178837"/>
                </a:cubicBezTo>
                <a:cubicBezTo>
                  <a:pt x="233265" y="185300"/>
                  <a:pt x="228065" y="190500"/>
                  <a:pt x="221602" y="190500"/>
                </a:cubicBezTo>
                <a:lnTo>
                  <a:pt x="206051" y="190500"/>
                </a:lnTo>
                <a:cubicBezTo>
                  <a:pt x="199588" y="190500"/>
                  <a:pt x="194388" y="185300"/>
                  <a:pt x="194388" y="178837"/>
                </a:cubicBezTo>
                <a:close/>
                <a:moveTo>
                  <a:pt x="108857" y="85531"/>
                </a:moveTo>
                <a:cubicBezTo>
                  <a:pt x="121731" y="85531"/>
                  <a:pt x="132184" y="95983"/>
                  <a:pt x="132184" y="108857"/>
                </a:cubicBezTo>
                <a:cubicBezTo>
                  <a:pt x="132184" y="121731"/>
                  <a:pt x="121731" y="132184"/>
                  <a:pt x="108857" y="132184"/>
                </a:cubicBezTo>
                <a:cubicBezTo>
                  <a:pt x="95983" y="132184"/>
                  <a:pt x="85531" y="121731"/>
                  <a:pt x="85531" y="108857"/>
                </a:cubicBezTo>
                <a:cubicBezTo>
                  <a:pt x="85531" y="95983"/>
                  <a:pt x="95983" y="85531"/>
                  <a:pt x="108857" y="85531"/>
                </a:cubicBezTo>
                <a:close/>
                <a:moveTo>
                  <a:pt x="178837" y="108857"/>
                </a:moveTo>
                <a:cubicBezTo>
                  <a:pt x="178837" y="95983"/>
                  <a:pt x="189289" y="85531"/>
                  <a:pt x="202163" y="85531"/>
                </a:cubicBezTo>
                <a:cubicBezTo>
                  <a:pt x="215038" y="85531"/>
                  <a:pt x="225490" y="95983"/>
                  <a:pt x="225490" y="108857"/>
                </a:cubicBezTo>
                <a:cubicBezTo>
                  <a:pt x="225490" y="121731"/>
                  <a:pt x="215038" y="132184"/>
                  <a:pt x="202163" y="132184"/>
                </a:cubicBezTo>
                <a:cubicBezTo>
                  <a:pt x="189289" y="132184"/>
                  <a:pt x="178837" y="121731"/>
                  <a:pt x="178837" y="108857"/>
                </a:cubicBezTo>
                <a:close/>
                <a:moveTo>
                  <a:pt x="31102" y="108857"/>
                </a:moveTo>
                <a:cubicBezTo>
                  <a:pt x="31102" y="100255"/>
                  <a:pt x="24153" y="93306"/>
                  <a:pt x="15551" y="93306"/>
                </a:cubicBezTo>
                <a:cubicBezTo>
                  <a:pt x="6949" y="93306"/>
                  <a:pt x="0" y="100255"/>
                  <a:pt x="0" y="108857"/>
                </a:cubicBezTo>
                <a:lnTo>
                  <a:pt x="0" y="155510"/>
                </a:lnTo>
                <a:cubicBezTo>
                  <a:pt x="0" y="164112"/>
                  <a:pt x="6949" y="171061"/>
                  <a:pt x="15551" y="171061"/>
                </a:cubicBezTo>
                <a:cubicBezTo>
                  <a:pt x="24153" y="171061"/>
                  <a:pt x="31102" y="164112"/>
                  <a:pt x="31102" y="155510"/>
                </a:cubicBezTo>
                <a:lnTo>
                  <a:pt x="31102" y="108857"/>
                </a:lnTo>
                <a:close/>
                <a:moveTo>
                  <a:pt x="295469" y="93306"/>
                </a:moveTo>
                <a:cubicBezTo>
                  <a:pt x="286868" y="93306"/>
                  <a:pt x="279918" y="100255"/>
                  <a:pt x="279918" y="108857"/>
                </a:cubicBezTo>
                <a:lnTo>
                  <a:pt x="279918" y="155510"/>
                </a:lnTo>
                <a:cubicBezTo>
                  <a:pt x="279918" y="164112"/>
                  <a:pt x="286868" y="171061"/>
                  <a:pt x="295469" y="171061"/>
                </a:cubicBezTo>
                <a:cubicBezTo>
                  <a:pt x="304071" y="171061"/>
                  <a:pt x="311020" y="164112"/>
                  <a:pt x="311020" y="155510"/>
                </a:cubicBezTo>
                <a:lnTo>
                  <a:pt x="311020" y="108857"/>
                </a:lnTo>
                <a:cubicBezTo>
                  <a:pt x="311020" y="100255"/>
                  <a:pt x="304071" y="93306"/>
                  <a:pt x="295469" y="9330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74413" y="1373467"/>
            <a:ext cx="253792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Proactive Threat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4413" y="1638770"/>
            <a:ext cx="2504751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Signatures • Predictive • Adaptive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0903" y="1970626"/>
            <a:ext cx="7348376" cy="64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ML Detection Engine represents the cutting edge of malware identification, using </a:t>
            </a:r>
            <a:r>
              <a:rPr lang="en-US" sz="104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machine learning</a:t>
            </a:r>
            <a:r>
              <a:rPr lang="en-US" sz="1045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recognize malicious patterns that signature-based methods miss. By analyzing over 100 extracted features per sample, it detects obfuscated, polymorphic, and previously unseen threats.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5073" y="2899541"/>
            <a:ext cx="3763762" cy="2270864"/>
          </a:xfrm>
          <a:custGeom>
            <a:avLst/>
            <a:gdLst/>
            <a:ahLst/>
            <a:cxnLst/>
            <a:rect l="l" t="t" r="r" b="b"/>
            <a:pathLst>
              <a:path w="3763762" h="2270864">
                <a:moveTo>
                  <a:pt x="66355" y="0"/>
                </a:moveTo>
                <a:lnTo>
                  <a:pt x="3697407" y="0"/>
                </a:lnTo>
                <a:cubicBezTo>
                  <a:pt x="3734054" y="0"/>
                  <a:pt x="3763762" y="29708"/>
                  <a:pt x="3763762" y="66355"/>
                </a:cubicBezTo>
                <a:lnTo>
                  <a:pt x="3763762" y="2204509"/>
                </a:lnTo>
                <a:cubicBezTo>
                  <a:pt x="3763762" y="2241156"/>
                  <a:pt x="3734054" y="2270864"/>
                  <a:pt x="3697407" y="2270864"/>
                </a:cubicBezTo>
                <a:lnTo>
                  <a:pt x="66355" y="2270864"/>
                </a:lnTo>
                <a:cubicBezTo>
                  <a:pt x="29708" y="2270864"/>
                  <a:pt x="0" y="2241156"/>
                  <a:pt x="0" y="2204509"/>
                </a:cubicBezTo>
                <a:lnTo>
                  <a:pt x="0" y="66355"/>
                </a:lnTo>
                <a:cubicBezTo>
                  <a:pt x="0" y="29708"/>
                  <a:pt x="29708" y="0"/>
                  <a:pt x="663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08415" y="3052147"/>
            <a:ext cx="174171" cy="199053"/>
          </a:xfrm>
          <a:custGeom>
            <a:avLst/>
            <a:gdLst/>
            <a:ahLst/>
            <a:cxnLst/>
            <a:rect l="l" t="t" r="r" b="b"/>
            <a:pathLst>
              <a:path w="174171" h="199053">
                <a:moveTo>
                  <a:pt x="87086" y="-12441"/>
                </a:moveTo>
                <a:cubicBezTo>
                  <a:pt x="89807" y="-12441"/>
                  <a:pt x="92412" y="-11236"/>
                  <a:pt x="94200" y="-9136"/>
                </a:cubicBezTo>
                <a:lnTo>
                  <a:pt x="147074" y="53068"/>
                </a:lnTo>
                <a:cubicBezTo>
                  <a:pt x="149445" y="55828"/>
                  <a:pt x="149951" y="59716"/>
                  <a:pt x="148434" y="63021"/>
                </a:cubicBezTo>
                <a:cubicBezTo>
                  <a:pt x="146918" y="66325"/>
                  <a:pt x="143614" y="68424"/>
                  <a:pt x="139959" y="68424"/>
                </a:cubicBezTo>
                <a:lnTo>
                  <a:pt x="130279" y="68424"/>
                </a:lnTo>
                <a:lnTo>
                  <a:pt x="159515" y="102831"/>
                </a:lnTo>
                <a:cubicBezTo>
                  <a:pt x="161886" y="105591"/>
                  <a:pt x="162392" y="109479"/>
                  <a:pt x="160875" y="112784"/>
                </a:cubicBezTo>
                <a:cubicBezTo>
                  <a:pt x="159359" y="116088"/>
                  <a:pt x="156054" y="118188"/>
                  <a:pt x="152400" y="118188"/>
                </a:cubicBezTo>
                <a:lnTo>
                  <a:pt x="137432" y="118188"/>
                </a:lnTo>
                <a:lnTo>
                  <a:pt x="171955" y="158815"/>
                </a:lnTo>
                <a:cubicBezTo>
                  <a:pt x="174327" y="161575"/>
                  <a:pt x="174832" y="165463"/>
                  <a:pt x="173316" y="168767"/>
                </a:cubicBezTo>
                <a:cubicBezTo>
                  <a:pt x="171800" y="172072"/>
                  <a:pt x="168495" y="174171"/>
                  <a:pt x="164841" y="174171"/>
                </a:cubicBezTo>
                <a:lnTo>
                  <a:pt x="99527" y="174171"/>
                </a:lnTo>
                <a:lnTo>
                  <a:pt x="99527" y="199053"/>
                </a:lnTo>
                <a:cubicBezTo>
                  <a:pt x="99527" y="205934"/>
                  <a:pt x="93967" y="211494"/>
                  <a:pt x="87086" y="211494"/>
                </a:cubicBezTo>
                <a:cubicBezTo>
                  <a:pt x="80204" y="211494"/>
                  <a:pt x="74645" y="205934"/>
                  <a:pt x="74645" y="199053"/>
                </a:cubicBezTo>
                <a:lnTo>
                  <a:pt x="74645" y="174171"/>
                </a:lnTo>
                <a:lnTo>
                  <a:pt x="9331" y="174171"/>
                </a:lnTo>
                <a:cubicBezTo>
                  <a:pt x="5676" y="174171"/>
                  <a:pt x="2372" y="172072"/>
                  <a:pt x="855" y="168767"/>
                </a:cubicBezTo>
                <a:cubicBezTo>
                  <a:pt x="-661" y="165463"/>
                  <a:pt x="-156" y="161575"/>
                  <a:pt x="2216" y="158815"/>
                </a:cubicBezTo>
                <a:lnTo>
                  <a:pt x="36739" y="118188"/>
                </a:lnTo>
                <a:lnTo>
                  <a:pt x="21771" y="118188"/>
                </a:lnTo>
                <a:cubicBezTo>
                  <a:pt x="18117" y="118188"/>
                  <a:pt x="14812" y="116088"/>
                  <a:pt x="13296" y="112784"/>
                </a:cubicBezTo>
                <a:cubicBezTo>
                  <a:pt x="11780" y="109479"/>
                  <a:pt x="12285" y="105591"/>
                  <a:pt x="14657" y="102831"/>
                </a:cubicBezTo>
                <a:lnTo>
                  <a:pt x="43893" y="68424"/>
                </a:lnTo>
                <a:lnTo>
                  <a:pt x="34212" y="68424"/>
                </a:lnTo>
                <a:cubicBezTo>
                  <a:pt x="30558" y="68424"/>
                  <a:pt x="27253" y="66325"/>
                  <a:pt x="25737" y="63021"/>
                </a:cubicBezTo>
                <a:cubicBezTo>
                  <a:pt x="24221" y="59716"/>
                  <a:pt x="24726" y="55828"/>
                  <a:pt x="27098" y="53068"/>
                </a:cubicBezTo>
                <a:lnTo>
                  <a:pt x="79971" y="-9136"/>
                </a:lnTo>
                <a:cubicBezTo>
                  <a:pt x="81759" y="-11236"/>
                  <a:pt x="84364" y="-12441"/>
                  <a:pt x="87086" y="-12441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19435" y="3035559"/>
            <a:ext cx="1202612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RandomForest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092" y="3367314"/>
            <a:ext cx="3558073" cy="12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ensemble method</a:t>
            </a: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resistant to overfitting, excellent for mixed data types.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1092" y="4700555"/>
            <a:ext cx="3491722" cy="331755"/>
          </a:xfrm>
          <a:custGeom>
            <a:avLst/>
            <a:gdLst/>
            <a:ahLst/>
            <a:cxnLst/>
            <a:rect l="l" t="t" r="r" b="b"/>
            <a:pathLst>
              <a:path w="3491722" h="331755">
                <a:moveTo>
                  <a:pt x="33176" y="0"/>
                </a:moveTo>
                <a:lnTo>
                  <a:pt x="3458547" y="0"/>
                </a:lnTo>
                <a:cubicBezTo>
                  <a:pt x="3476869" y="0"/>
                  <a:pt x="3491722" y="14853"/>
                  <a:pt x="3491722" y="33176"/>
                </a:cubicBezTo>
                <a:lnTo>
                  <a:pt x="3491722" y="298580"/>
                </a:lnTo>
                <a:cubicBezTo>
                  <a:pt x="3491722" y="316902"/>
                  <a:pt x="3476869" y="331755"/>
                  <a:pt x="3458547" y="331755"/>
                </a:cubicBezTo>
                <a:lnTo>
                  <a:pt x="33176" y="331755"/>
                </a:lnTo>
                <a:cubicBezTo>
                  <a:pt x="14865" y="331755"/>
                  <a:pt x="0" y="316890"/>
                  <a:pt x="0" y="298580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7443" y="4766906"/>
            <a:ext cx="5308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32673" y="4766906"/>
            <a:ext cx="43128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94.2%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136" y="2899541"/>
            <a:ext cx="3763762" cy="2270864"/>
          </a:xfrm>
          <a:custGeom>
            <a:avLst/>
            <a:gdLst/>
            <a:ahLst/>
            <a:cxnLst/>
            <a:rect l="l" t="t" r="r" b="b"/>
            <a:pathLst>
              <a:path w="3763762" h="2270864">
                <a:moveTo>
                  <a:pt x="66355" y="0"/>
                </a:moveTo>
                <a:lnTo>
                  <a:pt x="3697407" y="0"/>
                </a:lnTo>
                <a:cubicBezTo>
                  <a:pt x="3734054" y="0"/>
                  <a:pt x="3763762" y="29708"/>
                  <a:pt x="3763762" y="66355"/>
                </a:cubicBezTo>
                <a:lnTo>
                  <a:pt x="3763762" y="2204509"/>
                </a:lnTo>
                <a:cubicBezTo>
                  <a:pt x="3763762" y="2241156"/>
                  <a:pt x="3734054" y="2270864"/>
                  <a:pt x="3697407" y="2270864"/>
                </a:cubicBezTo>
                <a:lnTo>
                  <a:pt x="66355" y="2270864"/>
                </a:lnTo>
                <a:cubicBezTo>
                  <a:pt x="29708" y="2270864"/>
                  <a:pt x="0" y="2241156"/>
                  <a:pt x="0" y="2204509"/>
                </a:cubicBezTo>
                <a:lnTo>
                  <a:pt x="0" y="66355"/>
                </a:lnTo>
                <a:cubicBezTo>
                  <a:pt x="0" y="29708"/>
                  <a:pt x="29708" y="0"/>
                  <a:pt x="6635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367038" y="3052147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24882" y="24882"/>
                </a:moveTo>
                <a:cubicBezTo>
                  <a:pt x="24882" y="18000"/>
                  <a:pt x="19322" y="12441"/>
                  <a:pt x="12441" y="12441"/>
                </a:cubicBezTo>
                <a:cubicBezTo>
                  <a:pt x="5559" y="12441"/>
                  <a:pt x="0" y="18000"/>
                  <a:pt x="0" y="24882"/>
                </a:cubicBezTo>
                <a:lnTo>
                  <a:pt x="0" y="155510"/>
                </a:lnTo>
                <a:cubicBezTo>
                  <a:pt x="0" y="172694"/>
                  <a:pt x="13918" y="186612"/>
                  <a:pt x="31102" y="186612"/>
                </a:cubicBezTo>
                <a:lnTo>
                  <a:pt x="186612" y="186612"/>
                </a:lnTo>
                <a:cubicBezTo>
                  <a:pt x="193494" y="186612"/>
                  <a:pt x="199053" y="181053"/>
                  <a:pt x="199053" y="174171"/>
                </a:cubicBezTo>
                <a:cubicBezTo>
                  <a:pt x="199053" y="167290"/>
                  <a:pt x="193494" y="161731"/>
                  <a:pt x="186612" y="161731"/>
                </a:cubicBezTo>
                <a:lnTo>
                  <a:pt x="31102" y="161731"/>
                </a:lnTo>
                <a:cubicBezTo>
                  <a:pt x="27681" y="161731"/>
                  <a:pt x="24882" y="158931"/>
                  <a:pt x="24882" y="155510"/>
                </a:cubicBezTo>
                <a:lnTo>
                  <a:pt x="24882" y="24882"/>
                </a:lnTo>
                <a:close/>
                <a:moveTo>
                  <a:pt x="182958" y="58550"/>
                </a:moveTo>
                <a:cubicBezTo>
                  <a:pt x="187817" y="53690"/>
                  <a:pt x="187817" y="45798"/>
                  <a:pt x="182958" y="40938"/>
                </a:cubicBezTo>
                <a:cubicBezTo>
                  <a:pt x="178098" y="36078"/>
                  <a:pt x="170206" y="36078"/>
                  <a:pt x="165346" y="40938"/>
                </a:cubicBezTo>
                <a:lnTo>
                  <a:pt x="124408" y="81915"/>
                </a:lnTo>
                <a:lnTo>
                  <a:pt x="102092" y="59638"/>
                </a:lnTo>
                <a:cubicBezTo>
                  <a:pt x="97233" y="54778"/>
                  <a:pt x="89341" y="54778"/>
                  <a:pt x="84481" y="59638"/>
                </a:cubicBezTo>
                <a:lnTo>
                  <a:pt x="47158" y="96961"/>
                </a:lnTo>
                <a:cubicBezTo>
                  <a:pt x="42299" y="101820"/>
                  <a:pt x="42299" y="109712"/>
                  <a:pt x="47158" y="114572"/>
                </a:cubicBezTo>
                <a:cubicBezTo>
                  <a:pt x="52018" y="119432"/>
                  <a:pt x="59910" y="119432"/>
                  <a:pt x="64770" y="114572"/>
                </a:cubicBezTo>
                <a:lnTo>
                  <a:pt x="93306" y="86036"/>
                </a:lnTo>
                <a:lnTo>
                  <a:pt x="115622" y="108352"/>
                </a:lnTo>
                <a:cubicBezTo>
                  <a:pt x="120482" y="113211"/>
                  <a:pt x="128374" y="113211"/>
                  <a:pt x="133233" y="108352"/>
                </a:cubicBezTo>
                <a:lnTo>
                  <a:pt x="182997" y="58588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90499" y="3035559"/>
            <a:ext cx="1459722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2156" y="3367314"/>
            <a:ext cx="3558073" cy="12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implementation</a:t>
            </a: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sequential error correction and superior performance.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2156" y="4700555"/>
            <a:ext cx="3491722" cy="331755"/>
          </a:xfrm>
          <a:custGeom>
            <a:avLst/>
            <a:gdLst/>
            <a:ahLst/>
            <a:cxnLst/>
            <a:rect l="l" t="t" r="r" b="b"/>
            <a:pathLst>
              <a:path w="3491722" h="331755">
                <a:moveTo>
                  <a:pt x="33176" y="0"/>
                </a:moveTo>
                <a:lnTo>
                  <a:pt x="3458547" y="0"/>
                </a:lnTo>
                <a:cubicBezTo>
                  <a:pt x="3476869" y="0"/>
                  <a:pt x="3491722" y="14853"/>
                  <a:pt x="3491722" y="33176"/>
                </a:cubicBezTo>
                <a:lnTo>
                  <a:pt x="3491722" y="298580"/>
                </a:lnTo>
                <a:cubicBezTo>
                  <a:pt x="3491722" y="316902"/>
                  <a:pt x="3476869" y="331755"/>
                  <a:pt x="3458547" y="331755"/>
                </a:cubicBezTo>
                <a:lnTo>
                  <a:pt x="33176" y="331755"/>
                </a:lnTo>
                <a:cubicBezTo>
                  <a:pt x="14865" y="331755"/>
                  <a:pt x="0" y="316890"/>
                  <a:pt x="0" y="298580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08507" y="4766906"/>
            <a:ext cx="5308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22087" y="4766906"/>
            <a:ext cx="41469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96.1%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5073" y="5274494"/>
            <a:ext cx="3763762" cy="2270864"/>
          </a:xfrm>
          <a:custGeom>
            <a:avLst/>
            <a:gdLst/>
            <a:ahLst/>
            <a:cxnLst/>
            <a:rect l="l" t="t" r="r" b="b"/>
            <a:pathLst>
              <a:path w="3763762" h="2270864">
                <a:moveTo>
                  <a:pt x="66355" y="0"/>
                </a:moveTo>
                <a:lnTo>
                  <a:pt x="3697407" y="0"/>
                </a:lnTo>
                <a:cubicBezTo>
                  <a:pt x="3734054" y="0"/>
                  <a:pt x="3763762" y="29708"/>
                  <a:pt x="3763762" y="66355"/>
                </a:cubicBezTo>
                <a:lnTo>
                  <a:pt x="3763762" y="2204509"/>
                </a:lnTo>
                <a:cubicBezTo>
                  <a:pt x="3763762" y="2241156"/>
                  <a:pt x="3734054" y="2270864"/>
                  <a:pt x="3697407" y="2270864"/>
                </a:cubicBezTo>
                <a:lnTo>
                  <a:pt x="66355" y="2270864"/>
                </a:lnTo>
                <a:cubicBezTo>
                  <a:pt x="29708" y="2270864"/>
                  <a:pt x="0" y="2241156"/>
                  <a:pt x="0" y="2204509"/>
                </a:cubicBezTo>
                <a:lnTo>
                  <a:pt x="0" y="66355"/>
                </a:lnTo>
                <a:cubicBezTo>
                  <a:pt x="0" y="29708"/>
                  <a:pt x="29708" y="0"/>
                  <a:pt x="663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3533" y="5427100"/>
            <a:ext cx="223935" cy="199053"/>
          </a:xfrm>
          <a:custGeom>
            <a:avLst/>
            <a:gdLst/>
            <a:ahLst/>
            <a:cxnLst/>
            <a:rect l="l" t="t" r="r" b="b"/>
            <a:pathLst>
              <a:path w="223935" h="199053">
                <a:moveTo>
                  <a:pt x="96416" y="34212"/>
                </a:moveTo>
                <a:lnTo>
                  <a:pt x="127518" y="34212"/>
                </a:lnTo>
                <a:lnTo>
                  <a:pt x="127518" y="52873"/>
                </a:lnTo>
                <a:lnTo>
                  <a:pt x="96416" y="52873"/>
                </a:lnTo>
                <a:lnTo>
                  <a:pt x="96416" y="34212"/>
                </a:lnTo>
                <a:close/>
                <a:moveTo>
                  <a:pt x="93306" y="12441"/>
                </a:moveTo>
                <a:cubicBezTo>
                  <a:pt x="83004" y="12441"/>
                  <a:pt x="74645" y="20799"/>
                  <a:pt x="74645" y="31102"/>
                </a:cubicBezTo>
                <a:lnTo>
                  <a:pt x="74645" y="55984"/>
                </a:lnTo>
                <a:cubicBezTo>
                  <a:pt x="74645" y="66286"/>
                  <a:pt x="83004" y="74645"/>
                  <a:pt x="93306" y="74645"/>
                </a:cubicBezTo>
                <a:lnTo>
                  <a:pt x="99527" y="74645"/>
                </a:lnTo>
                <a:lnTo>
                  <a:pt x="99527" y="87086"/>
                </a:lnTo>
                <a:lnTo>
                  <a:pt x="12441" y="87086"/>
                </a:lnTo>
                <a:cubicBezTo>
                  <a:pt x="5559" y="87086"/>
                  <a:pt x="0" y="92645"/>
                  <a:pt x="0" y="99527"/>
                </a:cubicBezTo>
                <a:cubicBezTo>
                  <a:pt x="0" y="106408"/>
                  <a:pt x="5559" y="111967"/>
                  <a:pt x="12441" y="111967"/>
                </a:cubicBezTo>
                <a:lnTo>
                  <a:pt x="49763" y="111967"/>
                </a:lnTo>
                <a:lnTo>
                  <a:pt x="49763" y="124408"/>
                </a:lnTo>
                <a:lnTo>
                  <a:pt x="43543" y="124408"/>
                </a:lnTo>
                <a:cubicBezTo>
                  <a:pt x="33240" y="124408"/>
                  <a:pt x="24882" y="132767"/>
                  <a:pt x="24882" y="143069"/>
                </a:cubicBezTo>
                <a:lnTo>
                  <a:pt x="24882" y="167951"/>
                </a:lnTo>
                <a:cubicBezTo>
                  <a:pt x="24882" y="178254"/>
                  <a:pt x="33240" y="186612"/>
                  <a:pt x="43543" y="186612"/>
                </a:cubicBezTo>
                <a:lnTo>
                  <a:pt x="80865" y="186612"/>
                </a:lnTo>
                <a:cubicBezTo>
                  <a:pt x="91168" y="186612"/>
                  <a:pt x="99527" y="178254"/>
                  <a:pt x="99527" y="167951"/>
                </a:cubicBezTo>
                <a:lnTo>
                  <a:pt x="99527" y="143069"/>
                </a:lnTo>
                <a:cubicBezTo>
                  <a:pt x="99527" y="132767"/>
                  <a:pt x="91168" y="124408"/>
                  <a:pt x="80865" y="124408"/>
                </a:cubicBezTo>
                <a:lnTo>
                  <a:pt x="74645" y="124408"/>
                </a:lnTo>
                <a:lnTo>
                  <a:pt x="74645" y="111967"/>
                </a:lnTo>
                <a:lnTo>
                  <a:pt x="149290" y="111967"/>
                </a:lnTo>
                <a:lnTo>
                  <a:pt x="149290" y="124408"/>
                </a:lnTo>
                <a:lnTo>
                  <a:pt x="143069" y="124408"/>
                </a:lnTo>
                <a:cubicBezTo>
                  <a:pt x="132767" y="124408"/>
                  <a:pt x="124408" y="132767"/>
                  <a:pt x="124408" y="143069"/>
                </a:cubicBezTo>
                <a:lnTo>
                  <a:pt x="124408" y="167951"/>
                </a:lnTo>
                <a:cubicBezTo>
                  <a:pt x="124408" y="178254"/>
                  <a:pt x="132767" y="186612"/>
                  <a:pt x="143069" y="186612"/>
                </a:cubicBezTo>
                <a:lnTo>
                  <a:pt x="180392" y="186612"/>
                </a:lnTo>
                <a:cubicBezTo>
                  <a:pt x="190694" y="186612"/>
                  <a:pt x="199053" y="178254"/>
                  <a:pt x="199053" y="167951"/>
                </a:cubicBezTo>
                <a:lnTo>
                  <a:pt x="199053" y="143069"/>
                </a:lnTo>
                <a:cubicBezTo>
                  <a:pt x="199053" y="132767"/>
                  <a:pt x="190694" y="124408"/>
                  <a:pt x="180392" y="124408"/>
                </a:cubicBezTo>
                <a:lnTo>
                  <a:pt x="174171" y="124408"/>
                </a:lnTo>
                <a:lnTo>
                  <a:pt x="174171" y="111967"/>
                </a:lnTo>
                <a:lnTo>
                  <a:pt x="211494" y="111967"/>
                </a:lnTo>
                <a:cubicBezTo>
                  <a:pt x="218375" y="111967"/>
                  <a:pt x="223935" y="106408"/>
                  <a:pt x="223935" y="99527"/>
                </a:cubicBezTo>
                <a:cubicBezTo>
                  <a:pt x="223935" y="92645"/>
                  <a:pt x="218375" y="87086"/>
                  <a:pt x="211494" y="87086"/>
                </a:cubicBezTo>
                <a:lnTo>
                  <a:pt x="124408" y="87086"/>
                </a:lnTo>
                <a:lnTo>
                  <a:pt x="124408" y="74645"/>
                </a:lnTo>
                <a:lnTo>
                  <a:pt x="130629" y="74645"/>
                </a:lnTo>
                <a:cubicBezTo>
                  <a:pt x="140931" y="74645"/>
                  <a:pt x="149290" y="66286"/>
                  <a:pt x="149290" y="55984"/>
                </a:cubicBezTo>
                <a:lnTo>
                  <a:pt x="149290" y="31102"/>
                </a:lnTo>
                <a:cubicBezTo>
                  <a:pt x="149290" y="20799"/>
                  <a:pt x="140931" y="12441"/>
                  <a:pt x="130629" y="12441"/>
                </a:cubicBezTo>
                <a:lnTo>
                  <a:pt x="93306" y="12441"/>
                </a:lnTo>
                <a:close/>
                <a:moveTo>
                  <a:pt x="174171" y="146180"/>
                </a:moveTo>
                <a:lnTo>
                  <a:pt x="177282" y="146180"/>
                </a:lnTo>
                <a:lnTo>
                  <a:pt x="177282" y="164841"/>
                </a:lnTo>
                <a:lnTo>
                  <a:pt x="146180" y="164841"/>
                </a:lnTo>
                <a:lnTo>
                  <a:pt x="146180" y="146180"/>
                </a:lnTo>
                <a:lnTo>
                  <a:pt x="174171" y="146180"/>
                </a:lnTo>
                <a:close/>
                <a:moveTo>
                  <a:pt x="74645" y="146180"/>
                </a:moveTo>
                <a:lnTo>
                  <a:pt x="77755" y="146180"/>
                </a:lnTo>
                <a:lnTo>
                  <a:pt x="77755" y="164841"/>
                </a:lnTo>
                <a:lnTo>
                  <a:pt x="46653" y="164841"/>
                </a:lnTo>
                <a:lnTo>
                  <a:pt x="46653" y="146180"/>
                </a:lnTo>
                <a:lnTo>
                  <a:pt x="74645" y="146180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19435" y="5410512"/>
            <a:ext cx="126896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1092" y="5742267"/>
            <a:ext cx="3558073" cy="12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model</a:t>
            </a: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capturing complex non-linear relationships.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1092" y="7075508"/>
            <a:ext cx="3491722" cy="331755"/>
          </a:xfrm>
          <a:custGeom>
            <a:avLst/>
            <a:gdLst/>
            <a:ahLst/>
            <a:cxnLst/>
            <a:rect l="l" t="t" r="r" b="b"/>
            <a:pathLst>
              <a:path w="3491722" h="331755">
                <a:moveTo>
                  <a:pt x="33176" y="0"/>
                </a:moveTo>
                <a:lnTo>
                  <a:pt x="3458547" y="0"/>
                </a:lnTo>
                <a:cubicBezTo>
                  <a:pt x="3476869" y="0"/>
                  <a:pt x="3491722" y="14853"/>
                  <a:pt x="3491722" y="33176"/>
                </a:cubicBezTo>
                <a:lnTo>
                  <a:pt x="3491722" y="298580"/>
                </a:lnTo>
                <a:cubicBezTo>
                  <a:pt x="3491722" y="316902"/>
                  <a:pt x="3476869" y="331755"/>
                  <a:pt x="3458547" y="331755"/>
                </a:cubicBezTo>
                <a:lnTo>
                  <a:pt x="33176" y="331755"/>
                </a:lnTo>
                <a:cubicBezTo>
                  <a:pt x="14865" y="331755"/>
                  <a:pt x="0" y="316890"/>
                  <a:pt x="0" y="298580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37443" y="7141859"/>
            <a:ext cx="5308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38998" y="7141859"/>
            <a:ext cx="42298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97.3%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136" y="5274494"/>
            <a:ext cx="3763762" cy="2270864"/>
          </a:xfrm>
          <a:custGeom>
            <a:avLst/>
            <a:gdLst/>
            <a:ahLst/>
            <a:cxnLst/>
            <a:rect l="l" t="t" r="r" b="b"/>
            <a:pathLst>
              <a:path w="3763762" h="2270864">
                <a:moveTo>
                  <a:pt x="66355" y="0"/>
                </a:moveTo>
                <a:lnTo>
                  <a:pt x="3697407" y="0"/>
                </a:lnTo>
                <a:cubicBezTo>
                  <a:pt x="3734054" y="0"/>
                  <a:pt x="3763762" y="29708"/>
                  <a:pt x="3763762" y="66355"/>
                </a:cubicBezTo>
                <a:lnTo>
                  <a:pt x="3763762" y="2204509"/>
                </a:lnTo>
                <a:cubicBezTo>
                  <a:pt x="3763762" y="2241156"/>
                  <a:pt x="3734054" y="2270864"/>
                  <a:pt x="3697407" y="2270864"/>
                </a:cubicBezTo>
                <a:lnTo>
                  <a:pt x="66355" y="2270864"/>
                </a:lnTo>
                <a:cubicBezTo>
                  <a:pt x="29708" y="2270864"/>
                  <a:pt x="0" y="2241156"/>
                  <a:pt x="0" y="2204509"/>
                </a:cubicBezTo>
                <a:lnTo>
                  <a:pt x="0" y="66355"/>
                </a:lnTo>
                <a:cubicBezTo>
                  <a:pt x="0" y="29708"/>
                  <a:pt x="29708" y="0"/>
                  <a:pt x="6635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354597" y="5427100"/>
            <a:ext cx="223935" cy="199053"/>
          </a:xfrm>
          <a:custGeom>
            <a:avLst/>
            <a:gdLst/>
            <a:ahLst/>
            <a:cxnLst/>
            <a:rect l="l" t="t" r="r" b="b"/>
            <a:pathLst>
              <a:path w="223935" h="199053">
                <a:moveTo>
                  <a:pt x="37322" y="37322"/>
                </a:moveTo>
                <a:cubicBezTo>
                  <a:pt x="37322" y="23599"/>
                  <a:pt x="48480" y="12441"/>
                  <a:pt x="62204" y="12441"/>
                </a:cubicBezTo>
                <a:lnTo>
                  <a:pt x="161731" y="12441"/>
                </a:lnTo>
                <a:cubicBezTo>
                  <a:pt x="175454" y="12441"/>
                  <a:pt x="186612" y="23599"/>
                  <a:pt x="186612" y="37322"/>
                </a:cubicBezTo>
                <a:lnTo>
                  <a:pt x="186612" y="124408"/>
                </a:lnTo>
                <a:cubicBezTo>
                  <a:pt x="186612" y="138132"/>
                  <a:pt x="175454" y="149290"/>
                  <a:pt x="161731" y="149290"/>
                </a:cubicBezTo>
                <a:lnTo>
                  <a:pt x="62204" y="149290"/>
                </a:lnTo>
                <a:cubicBezTo>
                  <a:pt x="48480" y="149290"/>
                  <a:pt x="37322" y="138132"/>
                  <a:pt x="37322" y="124408"/>
                </a:cubicBezTo>
                <a:lnTo>
                  <a:pt x="37322" y="37322"/>
                </a:lnTo>
                <a:close/>
                <a:moveTo>
                  <a:pt x="141786" y="44942"/>
                </a:moveTo>
                <a:cubicBezTo>
                  <a:pt x="137432" y="42221"/>
                  <a:pt x="131678" y="43543"/>
                  <a:pt x="128918" y="47897"/>
                </a:cubicBezTo>
                <a:lnTo>
                  <a:pt x="105047" y="86114"/>
                </a:lnTo>
                <a:lnTo>
                  <a:pt x="94550" y="72118"/>
                </a:lnTo>
                <a:cubicBezTo>
                  <a:pt x="91440" y="67997"/>
                  <a:pt x="85608" y="67142"/>
                  <a:pt x="81487" y="70252"/>
                </a:cubicBezTo>
                <a:cubicBezTo>
                  <a:pt x="77366" y="73362"/>
                  <a:pt x="76511" y="79194"/>
                  <a:pt x="79621" y="83315"/>
                </a:cubicBezTo>
                <a:lnTo>
                  <a:pt x="98282" y="108196"/>
                </a:lnTo>
                <a:cubicBezTo>
                  <a:pt x="100110" y="110646"/>
                  <a:pt x="103064" y="112045"/>
                  <a:pt x="106136" y="111928"/>
                </a:cubicBezTo>
                <a:cubicBezTo>
                  <a:pt x="109207" y="111812"/>
                  <a:pt x="112006" y="110179"/>
                  <a:pt x="113639" y="107535"/>
                </a:cubicBezTo>
                <a:lnTo>
                  <a:pt x="144741" y="57772"/>
                </a:lnTo>
                <a:cubicBezTo>
                  <a:pt x="147463" y="53418"/>
                  <a:pt x="146141" y="47664"/>
                  <a:pt x="141786" y="44904"/>
                </a:cubicBezTo>
                <a:close/>
                <a:moveTo>
                  <a:pt x="18661" y="121298"/>
                </a:moveTo>
                <a:lnTo>
                  <a:pt x="18661" y="161731"/>
                </a:lnTo>
                <a:cubicBezTo>
                  <a:pt x="18661" y="165152"/>
                  <a:pt x="21460" y="167951"/>
                  <a:pt x="24882" y="167951"/>
                </a:cubicBezTo>
                <a:lnTo>
                  <a:pt x="199053" y="167951"/>
                </a:lnTo>
                <a:cubicBezTo>
                  <a:pt x="202474" y="167951"/>
                  <a:pt x="205273" y="165152"/>
                  <a:pt x="205273" y="161731"/>
                </a:cubicBezTo>
                <a:lnTo>
                  <a:pt x="205273" y="121298"/>
                </a:lnTo>
                <a:cubicBezTo>
                  <a:pt x="205273" y="116127"/>
                  <a:pt x="209433" y="111967"/>
                  <a:pt x="214604" y="111967"/>
                </a:cubicBezTo>
                <a:cubicBezTo>
                  <a:pt x="219775" y="111967"/>
                  <a:pt x="223935" y="116127"/>
                  <a:pt x="223935" y="121298"/>
                </a:cubicBezTo>
                <a:lnTo>
                  <a:pt x="223935" y="161731"/>
                </a:lnTo>
                <a:cubicBezTo>
                  <a:pt x="223935" y="175454"/>
                  <a:pt x="212777" y="186612"/>
                  <a:pt x="199053" y="186612"/>
                </a:cubicBezTo>
                <a:lnTo>
                  <a:pt x="24882" y="186612"/>
                </a:lnTo>
                <a:cubicBezTo>
                  <a:pt x="11158" y="186612"/>
                  <a:pt x="0" y="175454"/>
                  <a:pt x="0" y="161731"/>
                </a:cubicBezTo>
                <a:lnTo>
                  <a:pt x="0" y="121298"/>
                </a:lnTo>
                <a:cubicBezTo>
                  <a:pt x="0" y="116127"/>
                  <a:pt x="4160" y="111967"/>
                  <a:pt x="9331" y="111967"/>
                </a:cubicBezTo>
                <a:cubicBezTo>
                  <a:pt x="14501" y="111967"/>
                  <a:pt x="18661" y="116127"/>
                  <a:pt x="18661" y="121298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690499" y="5410512"/>
            <a:ext cx="1368490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Ensemble Voting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42156" y="5742267"/>
            <a:ext cx="3558073" cy="12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consensus</a:t>
            </a: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combining all models for superior accuracy.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2156" y="7075508"/>
            <a:ext cx="3491722" cy="331755"/>
          </a:xfrm>
          <a:custGeom>
            <a:avLst/>
            <a:gdLst/>
            <a:ahLst/>
            <a:cxnLst/>
            <a:rect l="l" t="t" r="r" b="b"/>
            <a:pathLst>
              <a:path w="3491722" h="331755">
                <a:moveTo>
                  <a:pt x="33176" y="0"/>
                </a:moveTo>
                <a:lnTo>
                  <a:pt x="3458547" y="0"/>
                </a:lnTo>
                <a:cubicBezTo>
                  <a:pt x="3476869" y="0"/>
                  <a:pt x="3491722" y="14853"/>
                  <a:pt x="3491722" y="33176"/>
                </a:cubicBezTo>
                <a:lnTo>
                  <a:pt x="3491722" y="298580"/>
                </a:lnTo>
                <a:cubicBezTo>
                  <a:pt x="3491722" y="316902"/>
                  <a:pt x="3476869" y="331755"/>
                  <a:pt x="3458547" y="331755"/>
                </a:cubicBezTo>
                <a:lnTo>
                  <a:pt x="33176" y="331755"/>
                </a:lnTo>
                <a:cubicBezTo>
                  <a:pt x="14865" y="331755"/>
                  <a:pt x="0" y="316890"/>
                  <a:pt x="0" y="298580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408507" y="7141859"/>
            <a:ext cx="5308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6122" y="7141859"/>
            <a:ext cx="43128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98.7%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0376" y="1164460"/>
            <a:ext cx="3747174" cy="3324186"/>
          </a:xfrm>
          <a:custGeom>
            <a:avLst/>
            <a:gdLst/>
            <a:ahLst/>
            <a:cxnLst/>
            <a:rect l="l" t="t" r="r" b="b"/>
            <a:pathLst>
              <a:path w="3747174" h="3324186">
                <a:moveTo>
                  <a:pt x="66351" y="0"/>
                </a:moveTo>
                <a:lnTo>
                  <a:pt x="3680823" y="0"/>
                </a:lnTo>
                <a:cubicBezTo>
                  <a:pt x="3717468" y="0"/>
                  <a:pt x="3747174" y="29706"/>
                  <a:pt x="3747174" y="66351"/>
                </a:cubicBezTo>
                <a:lnTo>
                  <a:pt x="3747174" y="3257835"/>
                </a:lnTo>
                <a:cubicBezTo>
                  <a:pt x="3747174" y="3294480"/>
                  <a:pt x="3717468" y="3324186"/>
                  <a:pt x="3680823" y="3324186"/>
                </a:cubicBezTo>
                <a:lnTo>
                  <a:pt x="66351" y="3324186"/>
                </a:lnTo>
                <a:cubicBezTo>
                  <a:pt x="29706" y="3324186"/>
                  <a:pt x="0" y="3294480"/>
                  <a:pt x="0" y="3257835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271277" y="1317070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18661" y="55984"/>
                </a:moveTo>
                <a:cubicBezTo>
                  <a:pt x="28961" y="55984"/>
                  <a:pt x="37322" y="47622"/>
                  <a:pt x="37322" y="37322"/>
                </a:cubicBezTo>
                <a:cubicBezTo>
                  <a:pt x="37322" y="27023"/>
                  <a:pt x="28961" y="18661"/>
                  <a:pt x="18661" y="18661"/>
                </a:cubicBezTo>
                <a:cubicBezTo>
                  <a:pt x="8362" y="18661"/>
                  <a:pt x="0" y="27023"/>
                  <a:pt x="0" y="37322"/>
                </a:cubicBezTo>
                <a:cubicBezTo>
                  <a:pt x="0" y="47622"/>
                  <a:pt x="8362" y="55984"/>
                  <a:pt x="18661" y="55984"/>
                </a:cubicBezTo>
                <a:close/>
                <a:moveTo>
                  <a:pt x="74645" y="24882"/>
                </a:moveTo>
                <a:cubicBezTo>
                  <a:pt x="67764" y="24882"/>
                  <a:pt x="62204" y="30441"/>
                  <a:pt x="62204" y="37322"/>
                </a:cubicBezTo>
                <a:cubicBezTo>
                  <a:pt x="62204" y="44204"/>
                  <a:pt x="67764" y="49763"/>
                  <a:pt x="74645" y="49763"/>
                </a:cubicBezTo>
                <a:lnTo>
                  <a:pt x="186612" y="49763"/>
                </a:lnTo>
                <a:cubicBezTo>
                  <a:pt x="193494" y="49763"/>
                  <a:pt x="199053" y="44204"/>
                  <a:pt x="199053" y="37322"/>
                </a:cubicBezTo>
                <a:cubicBezTo>
                  <a:pt x="199053" y="30441"/>
                  <a:pt x="193494" y="24882"/>
                  <a:pt x="186612" y="24882"/>
                </a:cubicBezTo>
                <a:lnTo>
                  <a:pt x="74645" y="24882"/>
                </a:lnTo>
                <a:close/>
                <a:moveTo>
                  <a:pt x="74645" y="87086"/>
                </a:moveTo>
                <a:cubicBezTo>
                  <a:pt x="67764" y="87086"/>
                  <a:pt x="62204" y="92645"/>
                  <a:pt x="62204" y="99527"/>
                </a:cubicBezTo>
                <a:cubicBezTo>
                  <a:pt x="62204" y="106408"/>
                  <a:pt x="67764" y="111967"/>
                  <a:pt x="74645" y="111967"/>
                </a:cubicBezTo>
                <a:lnTo>
                  <a:pt x="186612" y="111967"/>
                </a:lnTo>
                <a:cubicBezTo>
                  <a:pt x="193494" y="111967"/>
                  <a:pt x="199053" y="106408"/>
                  <a:pt x="199053" y="99527"/>
                </a:cubicBezTo>
                <a:cubicBezTo>
                  <a:pt x="199053" y="92645"/>
                  <a:pt x="193494" y="87086"/>
                  <a:pt x="186612" y="87086"/>
                </a:cubicBezTo>
                <a:lnTo>
                  <a:pt x="74645" y="87086"/>
                </a:lnTo>
                <a:close/>
                <a:moveTo>
                  <a:pt x="74645" y="149290"/>
                </a:moveTo>
                <a:cubicBezTo>
                  <a:pt x="67764" y="149290"/>
                  <a:pt x="62204" y="154849"/>
                  <a:pt x="62204" y="161731"/>
                </a:cubicBezTo>
                <a:cubicBezTo>
                  <a:pt x="62204" y="168612"/>
                  <a:pt x="67764" y="174171"/>
                  <a:pt x="74645" y="174171"/>
                </a:cubicBezTo>
                <a:lnTo>
                  <a:pt x="186612" y="174171"/>
                </a:lnTo>
                <a:cubicBezTo>
                  <a:pt x="193494" y="174171"/>
                  <a:pt x="199053" y="168612"/>
                  <a:pt x="199053" y="161731"/>
                </a:cubicBezTo>
                <a:cubicBezTo>
                  <a:pt x="199053" y="154849"/>
                  <a:pt x="193494" y="149290"/>
                  <a:pt x="186612" y="149290"/>
                </a:cubicBezTo>
                <a:lnTo>
                  <a:pt x="74645" y="149290"/>
                </a:lnTo>
                <a:close/>
                <a:moveTo>
                  <a:pt x="18661" y="180392"/>
                </a:moveTo>
                <a:cubicBezTo>
                  <a:pt x="28961" y="180392"/>
                  <a:pt x="37322" y="172030"/>
                  <a:pt x="37322" y="161731"/>
                </a:cubicBezTo>
                <a:cubicBezTo>
                  <a:pt x="37322" y="151431"/>
                  <a:pt x="28961" y="143069"/>
                  <a:pt x="18661" y="143069"/>
                </a:cubicBezTo>
                <a:cubicBezTo>
                  <a:pt x="8362" y="143069"/>
                  <a:pt x="0" y="151431"/>
                  <a:pt x="0" y="161731"/>
                </a:cubicBezTo>
                <a:cubicBezTo>
                  <a:pt x="0" y="172030"/>
                  <a:pt x="8362" y="180392"/>
                  <a:pt x="18661" y="180392"/>
                </a:cubicBezTo>
                <a:close/>
                <a:moveTo>
                  <a:pt x="37322" y="99527"/>
                </a:moveTo>
                <a:cubicBezTo>
                  <a:pt x="37322" y="89227"/>
                  <a:pt x="28961" y="80865"/>
                  <a:pt x="18661" y="80865"/>
                </a:cubicBezTo>
                <a:cubicBezTo>
                  <a:pt x="8362" y="80865"/>
                  <a:pt x="0" y="89227"/>
                  <a:pt x="0" y="99527"/>
                </a:cubicBezTo>
                <a:cubicBezTo>
                  <a:pt x="0" y="109826"/>
                  <a:pt x="8362" y="118188"/>
                  <a:pt x="18661" y="118188"/>
                </a:cubicBezTo>
                <a:cubicBezTo>
                  <a:pt x="28961" y="118188"/>
                  <a:pt x="37322" y="109826"/>
                  <a:pt x="37322" y="99527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594738" y="1300482"/>
            <a:ext cx="148460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46395" y="1632238"/>
            <a:ext cx="3541486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</a:t>
            </a:r>
            <a:r>
              <a:rPr lang="en-US" sz="104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discriminative features</a:t>
            </a: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extracted from each sample: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6395" y="2163046"/>
            <a:ext cx="3475135" cy="497633"/>
          </a:xfrm>
          <a:custGeom>
            <a:avLst/>
            <a:gdLst/>
            <a:ahLst/>
            <a:cxnLst/>
            <a:rect l="l" t="t" r="r" b="b"/>
            <a:pathLst>
              <a:path w="3475135" h="497633">
                <a:moveTo>
                  <a:pt x="33177" y="0"/>
                </a:moveTo>
                <a:lnTo>
                  <a:pt x="3441958" y="0"/>
                </a:lnTo>
                <a:cubicBezTo>
                  <a:pt x="3460281" y="0"/>
                  <a:pt x="3475135" y="14854"/>
                  <a:pt x="3475135" y="33177"/>
                </a:cubicBezTo>
                <a:lnTo>
                  <a:pt x="3475135" y="464455"/>
                </a:lnTo>
                <a:cubicBezTo>
                  <a:pt x="3475135" y="482779"/>
                  <a:pt x="3460281" y="497633"/>
                  <a:pt x="3441958" y="497633"/>
                </a:cubicBezTo>
                <a:lnTo>
                  <a:pt x="33177" y="497633"/>
                </a:lnTo>
                <a:cubicBezTo>
                  <a:pt x="14866" y="497633"/>
                  <a:pt x="0" y="482766"/>
                  <a:pt x="0" y="464455"/>
                </a:cubicBezTo>
                <a:lnTo>
                  <a:pt x="0" y="33177"/>
                </a:lnTo>
                <a:cubicBezTo>
                  <a:pt x="0" y="14866"/>
                  <a:pt x="14866" y="0"/>
                  <a:pt x="331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8312746" y="2229397"/>
            <a:ext cx="340878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 Header Features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12746" y="2428450"/>
            <a:ext cx="340049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counts, entropy, timestamp anomalies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46395" y="2727029"/>
            <a:ext cx="3475135" cy="497633"/>
          </a:xfrm>
          <a:custGeom>
            <a:avLst/>
            <a:gdLst/>
            <a:ahLst/>
            <a:cxnLst/>
            <a:rect l="l" t="t" r="r" b="b"/>
            <a:pathLst>
              <a:path w="3475135" h="497633">
                <a:moveTo>
                  <a:pt x="33177" y="0"/>
                </a:moveTo>
                <a:lnTo>
                  <a:pt x="3441958" y="0"/>
                </a:lnTo>
                <a:cubicBezTo>
                  <a:pt x="3460281" y="0"/>
                  <a:pt x="3475135" y="14854"/>
                  <a:pt x="3475135" y="33177"/>
                </a:cubicBezTo>
                <a:lnTo>
                  <a:pt x="3475135" y="464455"/>
                </a:lnTo>
                <a:cubicBezTo>
                  <a:pt x="3475135" y="482779"/>
                  <a:pt x="3460281" y="497633"/>
                  <a:pt x="3441958" y="497633"/>
                </a:cubicBezTo>
                <a:lnTo>
                  <a:pt x="33177" y="497633"/>
                </a:lnTo>
                <a:cubicBezTo>
                  <a:pt x="14866" y="497633"/>
                  <a:pt x="0" y="482766"/>
                  <a:pt x="0" y="464455"/>
                </a:cubicBezTo>
                <a:lnTo>
                  <a:pt x="0" y="33177"/>
                </a:lnTo>
                <a:cubicBezTo>
                  <a:pt x="0" y="14866"/>
                  <a:pt x="14866" y="0"/>
                  <a:pt x="331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8312746" y="2793380"/>
            <a:ext cx="340878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String Analysis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12746" y="2992433"/>
            <a:ext cx="340049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URL, IP, and suspicious string patterns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46395" y="3291013"/>
            <a:ext cx="3475135" cy="497633"/>
          </a:xfrm>
          <a:custGeom>
            <a:avLst/>
            <a:gdLst/>
            <a:ahLst/>
            <a:cxnLst/>
            <a:rect l="l" t="t" r="r" b="b"/>
            <a:pathLst>
              <a:path w="3475135" h="497633">
                <a:moveTo>
                  <a:pt x="33177" y="0"/>
                </a:moveTo>
                <a:lnTo>
                  <a:pt x="3441958" y="0"/>
                </a:lnTo>
                <a:cubicBezTo>
                  <a:pt x="3460281" y="0"/>
                  <a:pt x="3475135" y="14854"/>
                  <a:pt x="3475135" y="33177"/>
                </a:cubicBezTo>
                <a:lnTo>
                  <a:pt x="3475135" y="464455"/>
                </a:lnTo>
                <a:cubicBezTo>
                  <a:pt x="3475135" y="482779"/>
                  <a:pt x="3460281" y="497633"/>
                  <a:pt x="3441958" y="497633"/>
                </a:cubicBezTo>
                <a:lnTo>
                  <a:pt x="33177" y="497633"/>
                </a:lnTo>
                <a:cubicBezTo>
                  <a:pt x="14866" y="497633"/>
                  <a:pt x="0" y="482766"/>
                  <a:pt x="0" y="464455"/>
                </a:cubicBezTo>
                <a:lnTo>
                  <a:pt x="0" y="33177"/>
                </a:lnTo>
                <a:cubicBezTo>
                  <a:pt x="0" y="14866"/>
                  <a:pt x="14866" y="0"/>
                  <a:pt x="331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312746" y="3357364"/>
            <a:ext cx="340878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Instruction Patterns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2746" y="3556417"/>
            <a:ext cx="340049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Opcode frequencies and control flow graphs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46395" y="3854997"/>
            <a:ext cx="3475135" cy="497633"/>
          </a:xfrm>
          <a:custGeom>
            <a:avLst/>
            <a:gdLst/>
            <a:ahLst/>
            <a:cxnLst/>
            <a:rect l="l" t="t" r="r" b="b"/>
            <a:pathLst>
              <a:path w="3475135" h="497633">
                <a:moveTo>
                  <a:pt x="33177" y="0"/>
                </a:moveTo>
                <a:lnTo>
                  <a:pt x="3441958" y="0"/>
                </a:lnTo>
                <a:cubicBezTo>
                  <a:pt x="3460281" y="0"/>
                  <a:pt x="3475135" y="14854"/>
                  <a:pt x="3475135" y="33177"/>
                </a:cubicBezTo>
                <a:lnTo>
                  <a:pt x="3475135" y="464455"/>
                </a:lnTo>
                <a:cubicBezTo>
                  <a:pt x="3475135" y="482779"/>
                  <a:pt x="3460281" y="497633"/>
                  <a:pt x="3441958" y="497633"/>
                </a:cubicBezTo>
                <a:lnTo>
                  <a:pt x="33177" y="497633"/>
                </a:lnTo>
                <a:cubicBezTo>
                  <a:pt x="14866" y="497633"/>
                  <a:pt x="0" y="482766"/>
                  <a:pt x="0" y="464455"/>
                </a:cubicBezTo>
                <a:lnTo>
                  <a:pt x="0" y="33177"/>
                </a:lnTo>
                <a:cubicBezTo>
                  <a:pt x="0" y="14866"/>
                  <a:pt x="14866" y="0"/>
                  <a:pt x="331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8312746" y="3921348"/>
            <a:ext cx="340878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Metadata Signatures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12746" y="4120401"/>
            <a:ext cx="340049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Packer signatures, import table anomalies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10376" y="4594809"/>
            <a:ext cx="3747174" cy="2262570"/>
          </a:xfrm>
          <a:custGeom>
            <a:avLst/>
            <a:gdLst/>
            <a:ahLst/>
            <a:cxnLst/>
            <a:rect l="l" t="t" r="r" b="b"/>
            <a:pathLst>
              <a:path w="3747174" h="2262570">
                <a:moveTo>
                  <a:pt x="66361" y="0"/>
                </a:moveTo>
                <a:lnTo>
                  <a:pt x="3680813" y="0"/>
                </a:lnTo>
                <a:cubicBezTo>
                  <a:pt x="3717463" y="0"/>
                  <a:pt x="3747174" y="29711"/>
                  <a:pt x="3747174" y="66361"/>
                </a:cubicBezTo>
                <a:lnTo>
                  <a:pt x="3747174" y="2196209"/>
                </a:lnTo>
                <a:cubicBezTo>
                  <a:pt x="3747174" y="2232859"/>
                  <a:pt x="3717463" y="2262570"/>
                  <a:pt x="3680813" y="2262570"/>
                </a:cubicBezTo>
                <a:lnTo>
                  <a:pt x="66361" y="2262570"/>
                </a:lnTo>
                <a:cubicBezTo>
                  <a:pt x="29711" y="2262570"/>
                  <a:pt x="0" y="2232859"/>
                  <a:pt x="0" y="2196209"/>
                </a:cubicBezTo>
                <a:lnTo>
                  <a:pt x="0" y="66361"/>
                </a:lnTo>
                <a:cubicBezTo>
                  <a:pt x="0" y="29711"/>
                  <a:pt x="29711" y="0"/>
                  <a:pt x="66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271277" y="4747419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12441" y="12441"/>
                </a:moveTo>
                <a:cubicBezTo>
                  <a:pt x="19322" y="12441"/>
                  <a:pt x="24882" y="18000"/>
                  <a:pt x="24882" y="24882"/>
                </a:cubicBezTo>
                <a:lnTo>
                  <a:pt x="24882" y="155510"/>
                </a:lnTo>
                <a:cubicBezTo>
                  <a:pt x="24882" y="158931"/>
                  <a:pt x="27681" y="161731"/>
                  <a:pt x="31102" y="161731"/>
                </a:cubicBezTo>
                <a:lnTo>
                  <a:pt x="186612" y="161731"/>
                </a:lnTo>
                <a:cubicBezTo>
                  <a:pt x="193494" y="161731"/>
                  <a:pt x="199053" y="167290"/>
                  <a:pt x="199053" y="174171"/>
                </a:cubicBezTo>
                <a:cubicBezTo>
                  <a:pt x="199053" y="181053"/>
                  <a:pt x="193494" y="186612"/>
                  <a:pt x="186612" y="186612"/>
                </a:cubicBezTo>
                <a:lnTo>
                  <a:pt x="31102" y="186612"/>
                </a:lnTo>
                <a:cubicBezTo>
                  <a:pt x="13918" y="186612"/>
                  <a:pt x="0" y="172694"/>
                  <a:pt x="0" y="155510"/>
                </a:cubicBezTo>
                <a:lnTo>
                  <a:pt x="0" y="24882"/>
                </a:lnTo>
                <a:cubicBezTo>
                  <a:pt x="0" y="18000"/>
                  <a:pt x="5559" y="12441"/>
                  <a:pt x="12441" y="12441"/>
                </a:cubicBezTo>
                <a:close/>
                <a:moveTo>
                  <a:pt x="49763" y="37322"/>
                </a:moveTo>
                <a:cubicBezTo>
                  <a:pt x="49763" y="30441"/>
                  <a:pt x="55323" y="24882"/>
                  <a:pt x="62204" y="24882"/>
                </a:cubicBezTo>
                <a:lnTo>
                  <a:pt x="136849" y="24882"/>
                </a:lnTo>
                <a:cubicBezTo>
                  <a:pt x="143730" y="24882"/>
                  <a:pt x="149290" y="30441"/>
                  <a:pt x="149290" y="37322"/>
                </a:cubicBezTo>
                <a:cubicBezTo>
                  <a:pt x="149290" y="44204"/>
                  <a:pt x="143730" y="49763"/>
                  <a:pt x="136849" y="49763"/>
                </a:cubicBezTo>
                <a:lnTo>
                  <a:pt x="62204" y="49763"/>
                </a:lnTo>
                <a:cubicBezTo>
                  <a:pt x="55323" y="49763"/>
                  <a:pt x="49763" y="44204"/>
                  <a:pt x="49763" y="37322"/>
                </a:cubicBezTo>
                <a:close/>
                <a:moveTo>
                  <a:pt x="62204" y="68424"/>
                </a:moveTo>
                <a:lnTo>
                  <a:pt x="111967" y="68424"/>
                </a:lnTo>
                <a:cubicBezTo>
                  <a:pt x="118849" y="68424"/>
                  <a:pt x="124408" y="73984"/>
                  <a:pt x="124408" y="80865"/>
                </a:cubicBezTo>
                <a:cubicBezTo>
                  <a:pt x="124408" y="87747"/>
                  <a:pt x="118849" y="93306"/>
                  <a:pt x="111967" y="93306"/>
                </a:cubicBezTo>
                <a:lnTo>
                  <a:pt x="62204" y="93306"/>
                </a:lnTo>
                <a:cubicBezTo>
                  <a:pt x="55323" y="93306"/>
                  <a:pt x="49763" y="87747"/>
                  <a:pt x="49763" y="80865"/>
                </a:cubicBezTo>
                <a:cubicBezTo>
                  <a:pt x="49763" y="73984"/>
                  <a:pt x="55323" y="68424"/>
                  <a:pt x="62204" y="68424"/>
                </a:cubicBezTo>
                <a:close/>
                <a:moveTo>
                  <a:pt x="62204" y="111967"/>
                </a:moveTo>
                <a:lnTo>
                  <a:pt x="161731" y="111967"/>
                </a:lnTo>
                <a:cubicBezTo>
                  <a:pt x="168612" y="111967"/>
                  <a:pt x="174171" y="117527"/>
                  <a:pt x="174171" y="124408"/>
                </a:cubicBezTo>
                <a:cubicBezTo>
                  <a:pt x="174171" y="131289"/>
                  <a:pt x="168612" y="136849"/>
                  <a:pt x="161731" y="136849"/>
                </a:cubicBezTo>
                <a:lnTo>
                  <a:pt x="62204" y="136849"/>
                </a:lnTo>
                <a:cubicBezTo>
                  <a:pt x="55323" y="136849"/>
                  <a:pt x="49763" y="131289"/>
                  <a:pt x="49763" y="124408"/>
                </a:cubicBezTo>
                <a:cubicBezTo>
                  <a:pt x="49763" y="117527"/>
                  <a:pt x="55323" y="111967"/>
                  <a:pt x="62204" y="111967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594738" y="4730831"/>
            <a:ext cx="167536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46395" y="5062586"/>
            <a:ext cx="3475135" cy="364931"/>
          </a:xfrm>
          <a:custGeom>
            <a:avLst/>
            <a:gdLst/>
            <a:ahLst/>
            <a:cxnLst/>
            <a:rect l="l" t="t" r="r" b="b"/>
            <a:pathLst>
              <a:path w="3475135" h="364931">
                <a:moveTo>
                  <a:pt x="33176" y="0"/>
                </a:moveTo>
                <a:lnTo>
                  <a:pt x="3441959" y="0"/>
                </a:lnTo>
                <a:cubicBezTo>
                  <a:pt x="3460281" y="0"/>
                  <a:pt x="3475135" y="14853"/>
                  <a:pt x="3475135" y="33176"/>
                </a:cubicBezTo>
                <a:lnTo>
                  <a:pt x="3475135" y="331755"/>
                </a:lnTo>
                <a:cubicBezTo>
                  <a:pt x="3475135" y="350077"/>
                  <a:pt x="3460281" y="364931"/>
                  <a:pt x="3441959" y="364931"/>
                </a:cubicBezTo>
                <a:lnTo>
                  <a:pt x="33176" y="364931"/>
                </a:lnTo>
                <a:cubicBezTo>
                  <a:pt x="14853" y="364931"/>
                  <a:pt x="0" y="350077"/>
                  <a:pt x="0" y="331755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8312746" y="5145525"/>
            <a:ext cx="91232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Rate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89478" y="5128937"/>
            <a:ext cx="547396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96.8%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46395" y="5493868"/>
            <a:ext cx="3475135" cy="364931"/>
          </a:xfrm>
          <a:custGeom>
            <a:avLst/>
            <a:gdLst/>
            <a:ahLst/>
            <a:cxnLst/>
            <a:rect l="l" t="t" r="r" b="b"/>
            <a:pathLst>
              <a:path w="3475135" h="364931">
                <a:moveTo>
                  <a:pt x="33176" y="0"/>
                </a:moveTo>
                <a:lnTo>
                  <a:pt x="3441959" y="0"/>
                </a:lnTo>
                <a:cubicBezTo>
                  <a:pt x="3460281" y="0"/>
                  <a:pt x="3475135" y="14853"/>
                  <a:pt x="3475135" y="33176"/>
                </a:cubicBezTo>
                <a:lnTo>
                  <a:pt x="3475135" y="331755"/>
                </a:lnTo>
                <a:cubicBezTo>
                  <a:pt x="3475135" y="350077"/>
                  <a:pt x="3460281" y="364931"/>
                  <a:pt x="3441959" y="364931"/>
                </a:cubicBezTo>
                <a:lnTo>
                  <a:pt x="33176" y="364931"/>
                </a:lnTo>
                <a:cubicBezTo>
                  <a:pt x="14853" y="364931"/>
                  <a:pt x="0" y="350077"/>
                  <a:pt x="0" y="331755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312746" y="5576807"/>
            <a:ext cx="111967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330163" y="5560219"/>
            <a:ext cx="406400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1.2%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46395" y="5925149"/>
            <a:ext cx="3475135" cy="364931"/>
          </a:xfrm>
          <a:custGeom>
            <a:avLst/>
            <a:gdLst/>
            <a:ahLst/>
            <a:cxnLst/>
            <a:rect l="l" t="t" r="r" b="b"/>
            <a:pathLst>
              <a:path w="3475135" h="364931">
                <a:moveTo>
                  <a:pt x="33176" y="0"/>
                </a:moveTo>
                <a:lnTo>
                  <a:pt x="3441959" y="0"/>
                </a:lnTo>
                <a:cubicBezTo>
                  <a:pt x="3460281" y="0"/>
                  <a:pt x="3475135" y="14853"/>
                  <a:pt x="3475135" y="33176"/>
                </a:cubicBezTo>
                <a:lnTo>
                  <a:pt x="3475135" y="331755"/>
                </a:lnTo>
                <a:cubicBezTo>
                  <a:pt x="3475135" y="350077"/>
                  <a:pt x="3460281" y="364931"/>
                  <a:pt x="3441959" y="364931"/>
                </a:cubicBezTo>
                <a:lnTo>
                  <a:pt x="33176" y="364931"/>
                </a:lnTo>
                <a:cubicBezTo>
                  <a:pt x="14853" y="364931"/>
                  <a:pt x="0" y="350077"/>
                  <a:pt x="0" y="331755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312746" y="6008088"/>
            <a:ext cx="107820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357844" y="5991500"/>
            <a:ext cx="381518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2.3s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46395" y="6356431"/>
            <a:ext cx="3475135" cy="364931"/>
          </a:xfrm>
          <a:custGeom>
            <a:avLst/>
            <a:gdLst/>
            <a:ahLst/>
            <a:cxnLst/>
            <a:rect l="l" t="t" r="r" b="b"/>
            <a:pathLst>
              <a:path w="3475135" h="364931">
                <a:moveTo>
                  <a:pt x="33176" y="0"/>
                </a:moveTo>
                <a:lnTo>
                  <a:pt x="3441959" y="0"/>
                </a:lnTo>
                <a:cubicBezTo>
                  <a:pt x="3460281" y="0"/>
                  <a:pt x="3475135" y="14853"/>
                  <a:pt x="3475135" y="33176"/>
                </a:cubicBezTo>
                <a:lnTo>
                  <a:pt x="3475135" y="331755"/>
                </a:lnTo>
                <a:cubicBezTo>
                  <a:pt x="3475135" y="350077"/>
                  <a:pt x="3460281" y="364931"/>
                  <a:pt x="3441959" y="364931"/>
                </a:cubicBezTo>
                <a:lnTo>
                  <a:pt x="33176" y="364931"/>
                </a:lnTo>
                <a:cubicBezTo>
                  <a:pt x="14853" y="364931"/>
                  <a:pt x="0" y="350077"/>
                  <a:pt x="0" y="331755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8312746" y="6439370"/>
            <a:ext cx="1210906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Zero-Day Detection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325497" y="6422782"/>
            <a:ext cx="41469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89%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440970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65330" y="0"/>
                </a:moveTo>
                <a:lnTo>
                  <a:pt x="326643" y="0"/>
                </a:lnTo>
                <a:cubicBezTo>
                  <a:pt x="362724" y="0"/>
                  <a:pt x="391973" y="29249"/>
                  <a:pt x="391973" y="65330"/>
                </a:cubicBezTo>
                <a:lnTo>
                  <a:pt x="391973" y="326643"/>
                </a:lnTo>
                <a:cubicBezTo>
                  <a:pt x="391973" y="362724"/>
                  <a:pt x="362724" y="391973"/>
                  <a:pt x="326643" y="391973"/>
                </a:cubicBezTo>
                <a:lnTo>
                  <a:pt x="65330" y="391973"/>
                </a:lnTo>
                <a:cubicBezTo>
                  <a:pt x="29249" y="391973"/>
                  <a:pt x="0" y="362724"/>
                  <a:pt x="0" y="326643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32769" y="506299"/>
            <a:ext cx="48180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9275" y="326644"/>
            <a:ext cx="5675445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2: YARA Scanning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9275" y="718618"/>
            <a:ext cx="556112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Signature-Based Pattern Matching &amp;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177" y="1149788"/>
            <a:ext cx="6856265" cy="1597291"/>
          </a:xfrm>
          <a:custGeom>
            <a:avLst/>
            <a:gdLst/>
            <a:ahLst/>
            <a:cxnLst/>
            <a:rect l="l" t="t" r="r" b="b"/>
            <a:pathLst>
              <a:path w="6856265" h="1597291">
                <a:moveTo>
                  <a:pt x="65329" y="0"/>
                </a:moveTo>
                <a:lnTo>
                  <a:pt x="6790936" y="0"/>
                </a:lnTo>
                <a:cubicBezTo>
                  <a:pt x="6827016" y="0"/>
                  <a:pt x="6856265" y="29249"/>
                  <a:pt x="6856265" y="65329"/>
                </a:cubicBezTo>
                <a:lnTo>
                  <a:pt x="6856265" y="1531962"/>
                </a:lnTo>
                <a:cubicBezTo>
                  <a:pt x="6856265" y="1568042"/>
                  <a:pt x="6827016" y="1597291"/>
                  <a:pt x="6790936" y="1597291"/>
                </a:cubicBezTo>
                <a:lnTo>
                  <a:pt x="65329" y="1597291"/>
                </a:lnTo>
                <a:cubicBezTo>
                  <a:pt x="29249" y="1597291"/>
                  <a:pt x="0" y="1568042"/>
                  <a:pt x="0" y="1531962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3032" y="1319640"/>
            <a:ext cx="522631" cy="522631"/>
          </a:xfrm>
          <a:custGeom>
            <a:avLst/>
            <a:gdLst/>
            <a:ahLst/>
            <a:cxnLst/>
            <a:rect l="l" t="t" r="r" b="b"/>
            <a:pathLst>
              <a:path w="522631" h="522631">
                <a:moveTo>
                  <a:pt x="261315" y="0"/>
                </a:moveTo>
                <a:lnTo>
                  <a:pt x="261315" y="0"/>
                </a:lnTo>
                <a:cubicBezTo>
                  <a:pt x="405539" y="0"/>
                  <a:pt x="522631" y="117092"/>
                  <a:pt x="522631" y="261315"/>
                </a:cubicBezTo>
                <a:lnTo>
                  <a:pt x="522631" y="261315"/>
                </a:lnTo>
                <a:cubicBezTo>
                  <a:pt x="522631" y="405539"/>
                  <a:pt x="405539" y="522631"/>
                  <a:pt x="261315" y="522631"/>
                </a:cubicBezTo>
                <a:lnTo>
                  <a:pt x="261315" y="522631"/>
                </a:lnTo>
                <a:cubicBezTo>
                  <a:pt x="117092" y="522631"/>
                  <a:pt x="0" y="405539"/>
                  <a:pt x="0" y="261315"/>
                </a:cubicBezTo>
                <a:lnTo>
                  <a:pt x="0" y="261315"/>
                </a:lnTo>
                <a:cubicBezTo>
                  <a:pt x="0" y="117092"/>
                  <a:pt x="117092" y="0"/>
                  <a:pt x="26131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3898" y="1458464"/>
            <a:ext cx="244983" cy="244983"/>
          </a:xfrm>
          <a:custGeom>
            <a:avLst/>
            <a:gdLst/>
            <a:ahLst/>
            <a:cxnLst/>
            <a:rect l="l" t="t" r="r" b="b"/>
            <a:pathLst>
              <a:path w="244983" h="244983">
                <a:moveTo>
                  <a:pt x="199049" y="99524"/>
                </a:moveTo>
                <a:cubicBezTo>
                  <a:pt x="199049" y="121487"/>
                  <a:pt x="191919" y="141774"/>
                  <a:pt x="179910" y="158234"/>
                </a:cubicBezTo>
                <a:lnTo>
                  <a:pt x="240486" y="218858"/>
                </a:lnTo>
                <a:cubicBezTo>
                  <a:pt x="246467" y="224839"/>
                  <a:pt x="246467" y="234552"/>
                  <a:pt x="240486" y="240533"/>
                </a:cubicBezTo>
                <a:cubicBezTo>
                  <a:pt x="234504" y="246514"/>
                  <a:pt x="224791" y="246514"/>
                  <a:pt x="218810" y="240533"/>
                </a:cubicBezTo>
                <a:lnTo>
                  <a:pt x="158234" y="179910"/>
                </a:lnTo>
                <a:cubicBezTo>
                  <a:pt x="141774" y="191919"/>
                  <a:pt x="121487" y="199049"/>
                  <a:pt x="99524" y="199049"/>
                </a:cubicBezTo>
                <a:cubicBezTo>
                  <a:pt x="44547" y="199049"/>
                  <a:pt x="0" y="154502"/>
                  <a:pt x="0" y="99524"/>
                </a:cubicBezTo>
                <a:cubicBezTo>
                  <a:pt x="0" y="44547"/>
                  <a:pt x="44547" y="0"/>
                  <a:pt x="99524" y="0"/>
                </a:cubicBezTo>
                <a:cubicBezTo>
                  <a:pt x="154502" y="0"/>
                  <a:pt x="199049" y="44547"/>
                  <a:pt x="199049" y="99524"/>
                </a:cubicBezTo>
                <a:close/>
                <a:moveTo>
                  <a:pt x="99524" y="168426"/>
                </a:moveTo>
                <a:cubicBezTo>
                  <a:pt x="137552" y="168426"/>
                  <a:pt x="168426" y="137552"/>
                  <a:pt x="168426" y="99524"/>
                </a:cubicBezTo>
                <a:cubicBezTo>
                  <a:pt x="168426" y="61497"/>
                  <a:pt x="137552" y="30623"/>
                  <a:pt x="99524" y="30623"/>
                </a:cubicBezTo>
                <a:cubicBezTo>
                  <a:pt x="61497" y="30623"/>
                  <a:pt x="30623" y="61497"/>
                  <a:pt x="30623" y="99524"/>
                </a:cubicBezTo>
                <a:cubicBezTo>
                  <a:pt x="30623" y="137552"/>
                  <a:pt x="61497" y="168426"/>
                  <a:pt x="99524" y="168426"/>
                </a:cubicBez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56321" y="1352304"/>
            <a:ext cx="241716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Rapid Signature Matching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6321" y="1613520"/>
            <a:ext cx="238450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• Accurate • Comprehensive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3032" y="1940264"/>
            <a:ext cx="6581883" cy="6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YARA Scanning Engine provides </a:t>
            </a:r>
            <a:r>
              <a:rPr lang="en-US" sz="1029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lightning-fast identification</a:t>
            </a:r>
            <a:r>
              <a:rPr lang="en-US" sz="1029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known threats through signature pattern matching. It excels at detecting established malware families, packers, and specific code patterns with near-zero false positives.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911" y="2854869"/>
            <a:ext cx="3379136" cy="2636020"/>
          </a:xfrm>
          <a:custGeom>
            <a:avLst/>
            <a:gdLst/>
            <a:ahLst/>
            <a:cxnLst/>
            <a:rect l="l" t="t" r="r" b="b"/>
            <a:pathLst>
              <a:path w="3379136" h="2636020">
                <a:moveTo>
                  <a:pt x="65321" y="0"/>
                </a:moveTo>
                <a:lnTo>
                  <a:pt x="3313815" y="0"/>
                </a:lnTo>
                <a:cubicBezTo>
                  <a:pt x="3349891" y="0"/>
                  <a:pt x="3379136" y="29245"/>
                  <a:pt x="3379136" y="65321"/>
                </a:cubicBezTo>
                <a:lnTo>
                  <a:pt x="3379136" y="2570699"/>
                </a:lnTo>
                <a:cubicBezTo>
                  <a:pt x="3379136" y="2606775"/>
                  <a:pt x="3349891" y="2636020"/>
                  <a:pt x="3313815" y="2636020"/>
                </a:cubicBezTo>
                <a:lnTo>
                  <a:pt x="65321" y="2636020"/>
                </a:lnTo>
                <a:cubicBezTo>
                  <a:pt x="29245" y="2636020"/>
                  <a:pt x="0" y="2606775"/>
                  <a:pt x="0" y="2570699"/>
                </a:cubicBezTo>
                <a:lnTo>
                  <a:pt x="0" y="65321"/>
                </a:lnTo>
                <a:cubicBezTo>
                  <a:pt x="0" y="29245"/>
                  <a:pt x="29245" y="0"/>
                  <a:pt x="6532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00582" y="3005128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171488" y="78777"/>
                </a:moveTo>
                <a:cubicBezTo>
                  <a:pt x="165823" y="82529"/>
                  <a:pt x="159316" y="85553"/>
                  <a:pt x="152540" y="87964"/>
                </a:cubicBezTo>
                <a:cubicBezTo>
                  <a:pt x="134549" y="94395"/>
                  <a:pt x="110931" y="97993"/>
                  <a:pt x="85744" y="97993"/>
                </a:cubicBezTo>
                <a:cubicBezTo>
                  <a:pt x="60557" y="97993"/>
                  <a:pt x="36901" y="94357"/>
                  <a:pt x="18948" y="87964"/>
                </a:cubicBezTo>
                <a:cubicBezTo>
                  <a:pt x="12211" y="85553"/>
                  <a:pt x="5665" y="82529"/>
                  <a:pt x="0" y="78777"/>
                </a:cubicBezTo>
                <a:lnTo>
                  <a:pt x="0" y="110242"/>
                </a:lnTo>
                <a:cubicBezTo>
                  <a:pt x="0" y="127162"/>
                  <a:pt x="38393" y="140865"/>
                  <a:pt x="85744" y="140865"/>
                </a:cubicBezTo>
                <a:cubicBezTo>
                  <a:pt x="133095" y="140865"/>
                  <a:pt x="171488" y="127162"/>
                  <a:pt x="171488" y="110242"/>
                </a:cubicBezTo>
                <a:lnTo>
                  <a:pt x="171488" y="78777"/>
                </a:lnTo>
                <a:close/>
                <a:moveTo>
                  <a:pt x="171488" y="48997"/>
                </a:moveTo>
                <a:lnTo>
                  <a:pt x="171488" y="30623"/>
                </a:lnTo>
                <a:cubicBezTo>
                  <a:pt x="171488" y="13704"/>
                  <a:pt x="133095" y="0"/>
                  <a:pt x="85744" y="0"/>
                </a:cubicBezTo>
                <a:cubicBezTo>
                  <a:pt x="38393" y="0"/>
                  <a:pt x="0" y="13704"/>
                  <a:pt x="0" y="30623"/>
                </a:cubicBezTo>
                <a:lnTo>
                  <a:pt x="0" y="48997"/>
                </a:lnTo>
                <a:cubicBezTo>
                  <a:pt x="0" y="65916"/>
                  <a:pt x="38393" y="79620"/>
                  <a:pt x="85744" y="79620"/>
                </a:cubicBezTo>
                <a:cubicBezTo>
                  <a:pt x="133095" y="79620"/>
                  <a:pt x="171488" y="65916"/>
                  <a:pt x="171488" y="48997"/>
                </a:cubicBezTo>
                <a:close/>
                <a:moveTo>
                  <a:pt x="152540" y="149210"/>
                </a:moveTo>
                <a:cubicBezTo>
                  <a:pt x="134588" y="155603"/>
                  <a:pt x="110970" y="159239"/>
                  <a:pt x="85744" y="159239"/>
                </a:cubicBezTo>
                <a:cubicBezTo>
                  <a:pt x="60519" y="159239"/>
                  <a:pt x="36901" y="155603"/>
                  <a:pt x="18948" y="149210"/>
                </a:cubicBezTo>
                <a:cubicBezTo>
                  <a:pt x="12211" y="146799"/>
                  <a:pt x="5665" y="143775"/>
                  <a:pt x="0" y="140023"/>
                </a:cubicBezTo>
                <a:lnTo>
                  <a:pt x="0" y="165364"/>
                </a:lnTo>
                <a:cubicBezTo>
                  <a:pt x="0" y="182283"/>
                  <a:pt x="38393" y="195987"/>
                  <a:pt x="85744" y="195987"/>
                </a:cubicBezTo>
                <a:cubicBezTo>
                  <a:pt x="133095" y="195987"/>
                  <a:pt x="171488" y="182283"/>
                  <a:pt x="171488" y="165364"/>
                </a:cubicBezTo>
                <a:lnTo>
                  <a:pt x="171488" y="140023"/>
                </a:lnTo>
                <a:cubicBezTo>
                  <a:pt x="165823" y="143775"/>
                  <a:pt x="159316" y="146799"/>
                  <a:pt x="152540" y="149210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06812" y="2988796"/>
            <a:ext cx="155156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Signature Database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3835" y="3315440"/>
            <a:ext cx="3111287" cy="359309"/>
          </a:xfrm>
          <a:custGeom>
            <a:avLst/>
            <a:gdLst/>
            <a:ahLst/>
            <a:cxnLst/>
            <a:rect l="l" t="t" r="r" b="b"/>
            <a:pathLst>
              <a:path w="3111287" h="359309">
                <a:moveTo>
                  <a:pt x="32665" y="0"/>
                </a:moveTo>
                <a:lnTo>
                  <a:pt x="3078623" y="0"/>
                </a:lnTo>
                <a:cubicBezTo>
                  <a:pt x="3096663" y="0"/>
                  <a:pt x="3111287" y="14625"/>
                  <a:pt x="3111287" y="32665"/>
                </a:cubicBezTo>
                <a:lnTo>
                  <a:pt x="3111287" y="326644"/>
                </a:lnTo>
                <a:cubicBezTo>
                  <a:pt x="3111287" y="344684"/>
                  <a:pt x="3096663" y="359309"/>
                  <a:pt x="3078623" y="359309"/>
                </a:cubicBezTo>
                <a:lnTo>
                  <a:pt x="32665" y="359309"/>
                </a:lnTo>
                <a:cubicBezTo>
                  <a:pt x="14637" y="359309"/>
                  <a:pt x="0" y="344672"/>
                  <a:pt x="0" y="326644"/>
                </a:cubicBezTo>
                <a:lnTo>
                  <a:pt x="0" y="32665"/>
                </a:lnTo>
                <a:cubicBezTo>
                  <a:pt x="0" y="14625"/>
                  <a:pt x="14625" y="0"/>
                  <a:pt x="326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29164" y="3397101"/>
            <a:ext cx="96360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Signatures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07951" y="3380769"/>
            <a:ext cx="68595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3835" y="3740078"/>
            <a:ext cx="3111287" cy="359309"/>
          </a:xfrm>
          <a:custGeom>
            <a:avLst/>
            <a:gdLst/>
            <a:ahLst/>
            <a:cxnLst/>
            <a:rect l="l" t="t" r="r" b="b"/>
            <a:pathLst>
              <a:path w="3111287" h="359309">
                <a:moveTo>
                  <a:pt x="32665" y="0"/>
                </a:moveTo>
                <a:lnTo>
                  <a:pt x="3078623" y="0"/>
                </a:lnTo>
                <a:cubicBezTo>
                  <a:pt x="3096663" y="0"/>
                  <a:pt x="3111287" y="14625"/>
                  <a:pt x="3111287" y="32665"/>
                </a:cubicBezTo>
                <a:lnTo>
                  <a:pt x="3111287" y="326644"/>
                </a:lnTo>
                <a:cubicBezTo>
                  <a:pt x="3111287" y="344684"/>
                  <a:pt x="3096663" y="359309"/>
                  <a:pt x="3078623" y="359309"/>
                </a:cubicBezTo>
                <a:lnTo>
                  <a:pt x="32665" y="359309"/>
                </a:lnTo>
                <a:cubicBezTo>
                  <a:pt x="14637" y="359309"/>
                  <a:pt x="0" y="344672"/>
                  <a:pt x="0" y="326644"/>
                </a:cubicBezTo>
                <a:lnTo>
                  <a:pt x="0" y="32665"/>
                </a:lnTo>
                <a:cubicBezTo>
                  <a:pt x="0" y="14625"/>
                  <a:pt x="14625" y="0"/>
                  <a:pt x="326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9164" y="3821739"/>
            <a:ext cx="104526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Malware Families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96350" y="3805407"/>
            <a:ext cx="59612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2,500+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3835" y="4164715"/>
            <a:ext cx="3111287" cy="359309"/>
          </a:xfrm>
          <a:custGeom>
            <a:avLst/>
            <a:gdLst/>
            <a:ahLst/>
            <a:cxnLst/>
            <a:rect l="l" t="t" r="r" b="b"/>
            <a:pathLst>
              <a:path w="3111287" h="359309">
                <a:moveTo>
                  <a:pt x="32665" y="0"/>
                </a:moveTo>
                <a:lnTo>
                  <a:pt x="3078623" y="0"/>
                </a:lnTo>
                <a:cubicBezTo>
                  <a:pt x="3096663" y="0"/>
                  <a:pt x="3111287" y="14625"/>
                  <a:pt x="3111287" y="32665"/>
                </a:cubicBezTo>
                <a:lnTo>
                  <a:pt x="3111287" y="326644"/>
                </a:lnTo>
                <a:cubicBezTo>
                  <a:pt x="3111287" y="344684"/>
                  <a:pt x="3096663" y="359309"/>
                  <a:pt x="3078623" y="359309"/>
                </a:cubicBezTo>
                <a:lnTo>
                  <a:pt x="32665" y="359309"/>
                </a:lnTo>
                <a:cubicBezTo>
                  <a:pt x="14637" y="359309"/>
                  <a:pt x="0" y="344672"/>
                  <a:pt x="0" y="326644"/>
                </a:cubicBezTo>
                <a:lnTo>
                  <a:pt x="0" y="32665"/>
                </a:lnTo>
                <a:cubicBezTo>
                  <a:pt x="0" y="14625"/>
                  <a:pt x="14625" y="0"/>
                  <a:pt x="326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29164" y="4246376"/>
            <a:ext cx="80844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Packer Types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61305" y="4230044"/>
            <a:ext cx="43280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150+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3835" y="4589353"/>
            <a:ext cx="3111287" cy="359309"/>
          </a:xfrm>
          <a:custGeom>
            <a:avLst/>
            <a:gdLst/>
            <a:ahLst/>
            <a:cxnLst/>
            <a:rect l="l" t="t" r="r" b="b"/>
            <a:pathLst>
              <a:path w="3111287" h="359309">
                <a:moveTo>
                  <a:pt x="32665" y="0"/>
                </a:moveTo>
                <a:lnTo>
                  <a:pt x="3078623" y="0"/>
                </a:lnTo>
                <a:cubicBezTo>
                  <a:pt x="3096663" y="0"/>
                  <a:pt x="3111287" y="14625"/>
                  <a:pt x="3111287" y="32665"/>
                </a:cubicBezTo>
                <a:lnTo>
                  <a:pt x="3111287" y="326644"/>
                </a:lnTo>
                <a:cubicBezTo>
                  <a:pt x="3111287" y="344684"/>
                  <a:pt x="3096663" y="359309"/>
                  <a:pt x="3078623" y="359309"/>
                </a:cubicBezTo>
                <a:lnTo>
                  <a:pt x="32665" y="359309"/>
                </a:lnTo>
                <a:cubicBezTo>
                  <a:pt x="14637" y="359309"/>
                  <a:pt x="0" y="344672"/>
                  <a:pt x="0" y="326644"/>
                </a:cubicBezTo>
                <a:lnTo>
                  <a:pt x="0" y="32665"/>
                </a:lnTo>
                <a:cubicBezTo>
                  <a:pt x="0" y="14625"/>
                  <a:pt x="14625" y="0"/>
                  <a:pt x="326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29164" y="4671014"/>
            <a:ext cx="55529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78147" y="4654682"/>
            <a:ext cx="40830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Daily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5104" y="2854869"/>
            <a:ext cx="3379136" cy="2636020"/>
          </a:xfrm>
          <a:custGeom>
            <a:avLst/>
            <a:gdLst/>
            <a:ahLst/>
            <a:cxnLst/>
            <a:rect l="l" t="t" r="r" b="b"/>
            <a:pathLst>
              <a:path w="3379136" h="2636020">
                <a:moveTo>
                  <a:pt x="65321" y="0"/>
                </a:moveTo>
                <a:lnTo>
                  <a:pt x="3313815" y="0"/>
                </a:lnTo>
                <a:cubicBezTo>
                  <a:pt x="3349891" y="0"/>
                  <a:pt x="3379136" y="29245"/>
                  <a:pt x="3379136" y="65321"/>
                </a:cubicBezTo>
                <a:lnTo>
                  <a:pt x="3379136" y="2570699"/>
                </a:lnTo>
                <a:cubicBezTo>
                  <a:pt x="3379136" y="2606775"/>
                  <a:pt x="3349891" y="2636020"/>
                  <a:pt x="3313815" y="2636020"/>
                </a:cubicBezTo>
                <a:lnTo>
                  <a:pt x="65321" y="2636020"/>
                </a:lnTo>
                <a:cubicBezTo>
                  <a:pt x="29245" y="2636020"/>
                  <a:pt x="0" y="2606775"/>
                  <a:pt x="0" y="2570699"/>
                </a:cubicBezTo>
                <a:lnTo>
                  <a:pt x="0" y="65321"/>
                </a:lnTo>
                <a:cubicBezTo>
                  <a:pt x="0" y="29245"/>
                  <a:pt x="29245" y="0"/>
                  <a:pt x="6532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998025" y="3005128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0" y="24498"/>
                </a:moveTo>
                <a:cubicBezTo>
                  <a:pt x="0" y="10986"/>
                  <a:pt x="10986" y="0"/>
                  <a:pt x="24498" y="0"/>
                </a:cubicBezTo>
                <a:lnTo>
                  <a:pt x="81725" y="0"/>
                </a:lnTo>
                <a:cubicBezTo>
                  <a:pt x="88232" y="0"/>
                  <a:pt x="94472" y="2565"/>
                  <a:pt x="99065" y="7158"/>
                </a:cubicBezTo>
                <a:lnTo>
                  <a:pt x="139832" y="47963"/>
                </a:lnTo>
                <a:cubicBezTo>
                  <a:pt x="144425" y="52557"/>
                  <a:pt x="146990" y="58796"/>
                  <a:pt x="146990" y="65303"/>
                </a:cubicBezTo>
                <a:lnTo>
                  <a:pt x="146990" y="171488"/>
                </a:lnTo>
                <a:cubicBezTo>
                  <a:pt x="146990" y="185001"/>
                  <a:pt x="136004" y="195987"/>
                  <a:pt x="122492" y="195987"/>
                </a:cubicBezTo>
                <a:lnTo>
                  <a:pt x="24498" y="195987"/>
                </a:lnTo>
                <a:cubicBezTo>
                  <a:pt x="10986" y="195987"/>
                  <a:pt x="0" y="185001"/>
                  <a:pt x="0" y="171488"/>
                </a:cubicBezTo>
                <a:lnTo>
                  <a:pt x="0" y="24498"/>
                </a:lnTo>
                <a:close/>
                <a:moveTo>
                  <a:pt x="79620" y="22393"/>
                </a:moveTo>
                <a:lnTo>
                  <a:pt x="79620" y="58184"/>
                </a:lnTo>
                <a:cubicBezTo>
                  <a:pt x="79620" y="63275"/>
                  <a:pt x="83715" y="67370"/>
                  <a:pt x="88806" y="67370"/>
                </a:cubicBezTo>
                <a:lnTo>
                  <a:pt x="124597" y="67370"/>
                </a:lnTo>
                <a:lnTo>
                  <a:pt x="79620" y="22393"/>
                </a:lnTo>
                <a:close/>
                <a:moveTo>
                  <a:pt x="59026" y="113152"/>
                </a:moveTo>
                <a:cubicBezTo>
                  <a:pt x="62318" y="109285"/>
                  <a:pt x="61897" y="103505"/>
                  <a:pt x="58030" y="100213"/>
                </a:cubicBezTo>
                <a:cubicBezTo>
                  <a:pt x="54164" y="96922"/>
                  <a:pt x="48384" y="97343"/>
                  <a:pt x="45092" y="101209"/>
                </a:cubicBezTo>
                <a:lnTo>
                  <a:pt x="26718" y="122645"/>
                </a:lnTo>
                <a:cubicBezTo>
                  <a:pt x="23771" y="126090"/>
                  <a:pt x="23771" y="131143"/>
                  <a:pt x="26718" y="134588"/>
                </a:cubicBezTo>
                <a:lnTo>
                  <a:pt x="45092" y="156024"/>
                </a:lnTo>
                <a:cubicBezTo>
                  <a:pt x="48384" y="159890"/>
                  <a:pt x="54203" y="160311"/>
                  <a:pt x="58030" y="157019"/>
                </a:cubicBezTo>
                <a:cubicBezTo>
                  <a:pt x="61858" y="153727"/>
                  <a:pt x="62318" y="147909"/>
                  <a:pt x="59026" y="144081"/>
                </a:cubicBezTo>
                <a:lnTo>
                  <a:pt x="45781" y="128616"/>
                </a:lnTo>
                <a:lnTo>
                  <a:pt x="59026" y="113152"/>
                </a:lnTo>
                <a:close/>
                <a:moveTo>
                  <a:pt x="101898" y="101209"/>
                </a:moveTo>
                <a:cubicBezTo>
                  <a:pt x="98606" y="97343"/>
                  <a:pt x="92787" y="96922"/>
                  <a:pt x="88960" y="100213"/>
                </a:cubicBezTo>
                <a:cubicBezTo>
                  <a:pt x="85132" y="103505"/>
                  <a:pt x="84672" y="109324"/>
                  <a:pt x="87964" y="113152"/>
                </a:cubicBezTo>
                <a:lnTo>
                  <a:pt x="101209" y="128616"/>
                </a:lnTo>
                <a:lnTo>
                  <a:pt x="87964" y="144081"/>
                </a:lnTo>
                <a:cubicBezTo>
                  <a:pt x="84672" y="147947"/>
                  <a:pt x="85093" y="153727"/>
                  <a:pt x="88960" y="157019"/>
                </a:cubicBezTo>
                <a:cubicBezTo>
                  <a:pt x="92826" y="160311"/>
                  <a:pt x="98606" y="159890"/>
                  <a:pt x="101898" y="156024"/>
                </a:cubicBezTo>
                <a:lnTo>
                  <a:pt x="120271" y="134588"/>
                </a:lnTo>
                <a:cubicBezTo>
                  <a:pt x="123219" y="131143"/>
                  <a:pt x="123219" y="126090"/>
                  <a:pt x="120271" y="122645"/>
                </a:cubicBezTo>
                <a:lnTo>
                  <a:pt x="101898" y="101209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292005" y="2988796"/>
            <a:ext cx="111875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 Rules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49028" y="3315440"/>
            <a:ext cx="3176616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User-defined YARA rules</a:t>
            </a: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organization-specific threats and hunting operations.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973526" y="3854403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110957" y="17889"/>
                </a:moveTo>
                <a:cubicBezTo>
                  <a:pt x="114606" y="20543"/>
                  <a:pt x="115423" y="25647"/>
                  <a:pt x="112769" y="29296"/>
                </a:cubicBezTo>
                <a:lnTo>
                  <a:pt x="47440" y="119123"/>
                </a:lnTo>
                <a:cubicBezTo>
                  <a:pt x="46036" y="121063"/>
                  <a:pt x="43867" y="122262"/>
                  <a:pt x="41469" y="122466"/>
                </a:cubicBezTo>
                <a:cubicBezTo>
                  <a:pt x="39070" y="122670"/>
                  <a:pt x="36747" y="121777"/>
                  <a:pt x="35063" y="120093"/>
                </a:cubicBezTo>
                <a:lnTo>
                  <a:pt x="2399" y="87428"/>
                </a:lnTo>
                <a:cubicBezTo>
                  <a:pt x="-791" y="84239"/>
                  <a:pt x="-791" y="79058"/>
                  <a:pt x="2399" y="75868"/>
                </a:cubicBezTo>
                <a:cubicBezTo>
                  <a:pt x="5589" y="72678"/>
                  <a:pt x="10769" y="72678"/>
                  <a:pt x="13959" y="75868"/>
                </a:cubicBezTo>
                <a:lnTo>
                  <a:pt x="39861" y="101770"/>
                </a:lnTo>
                <a:lnTo>
                  <a:pt x="99575" y="19675"/>
                </a:lnTo>
                <a:cubicBezTo>
                  <a:pt x="102229" y="16026"/>
                  <a:pt x="107333" y="15209"/>
                  <a:pt x="110983" y="17863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177679" y="3838071"/>
            <a:ext cx="178021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editor with syntax highlighting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73526" y="4083054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110957" y="17889"/>
                </a:moveTo>
                <a:cubicBezTo>
                  <a:pt x="114606" y="20543"/>
                  <a:pt x="115423" y="25647"/>
                  <a:pt x="112769" y="29296"/>
                </a:cubicBezTo>
                <a:lnTo>
                  <a:pt x="47440" y="119123"/>
                </a:lnTo>
                <a:cubicBezTo>
                  <a:pt x="46036" y="121063"/>
                  <a:pt x="43867" y="122262"/>
                  <a:pt x="41469" y="122466"/>
                </a:cubicBezTo>
                <a:cubicBezTo>
                  <a:pt x="39070" y="122670"/>
                  <a:pt x="36747" y="121777"/>
                  <a:pt x="35063" y="120093"/>
                </a:cubicBezTo>
                <a:lnTo>
                  <a:pt x="2399" y="87428"/>
                </a:lnTo>
                <a:cubicBezTo>
                  <a:pt x="-791" y="84239"/>
                  <a:pt x="-791" y="79058"/>
                  <a:pt x="2399" y="75868"/>
                </a:cubicBezTo>
                <a:cubicBezTo>
                  <a:pt x="5589" y="72678"/>
                  <a:pt x="10769" y="72678"/>
                  <a:pt x="13959" y="75868"/>
                </a:cubicBezTo>
                <a:lnTo>
                  <a:pt x="39861" y="101770"/>
                </a:lnTo>
                <a:lnTo>
                  <a:pt x="99575" y="19675"/>
                </a:lnTo>
                <a:cubicBezTo>
                  <a:pt x="102229" y="16026"/>
                  <a:pt x="107333" y="15209"/>
                  <a:pt x="110983" y="17863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177679" y="4066722"/>
            <a:ext cx="120858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Import/export rule sets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73526" y="4311705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110957" y="17889"/>
                </a:moveTo>
                <a:cubicBezTo>
                  <a:pt x="114606" y="20543"/>
                  <a:pt x="115423" y="25647"/>
                  <a:pt x="112769" y="29296"/>
                </a:cubicBezTo>
                <a:lnTo>
                  <a:pt x="47440" y="119123"/>
                </a:lnTo>
                <a:cubicBezTo>
                  <a:pt x="46036" y="121063"/>
                  <a:pt x="43867" y="122262"/>
                  <a:pt x="41469" y="122466"/>
                </a:cubicBezTo>
                <a:cubicBezTo>
                  <a:pt x="39070" y="122670"/>
                  <a:pt x="36747" y="121777"/>
                  <a:pt x="35063" y="120093"/>
                </a:cubicBezTo>
                <a:lnTo>
                  <a:pt x="2399" y="87428"/>
                </a:lnTo>
                <a:cubicBezTo>
                  <a:pt x="-791" y="84239"/>
                  <a:pt x="-791" y="79058"/>
                  <a:pt x="2399" y="75868"/>
                </a:cubicBezTo>
                <a:cubicBezTo>
                  <a:pt x="5589" y="72678"/>
                  <a:pt x="10769" y="72678"/>
                  <a:pt x="13959" y="75868"/>
                </a:cubicBezTo>
                <a:lnTo>
                  <a:pt x="39861" y="101770"/>
                </a:lnTo>
                <a:lnTo>
                  <a:pt x="99575" y="19675"/>
                </a:lnTo>
                <a:cubicBezTo>
                  <a:pt x="102229" y="16026"/>
                  <a:pt x="107333" y="15209"/>
                  <a:pt x="110983" y="17863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177679" y="4295373"/>
            <a:ext cx="134740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testing and validation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9911" y="5593781"/>
            <a:ext cx="3379136" cy="2080724"/>
          </a:xfrm>
          <a:custGeom>
            <a:avLst/>
            <a:gdLst/>
            <a:ahLst/>
            <a:cxnLst/>
            <a:rect l="l" t="t" r="r" b="b"/>
            <a:pathLst>
              <a:path w="3379136" h="2080724">
                <a:moveTo>
                  <a:pt x="65335" y="0"/>
                </a:moveTo>
                <a:lnTo>
                  <a:pt x="3313801" y="0"/>
                </a:lnTo>
                <a:cubicBezTo>
                  <a:pt x="3349884" y="0"/>
                  <a:pt x="3379136" y="29251"/>
                  <a:pt x="3379136" y="65335"/>
                </a:cubicBezTo>
                <a:lnTo>
                  <a:pt x="3379136" y="2015390"/>
                </a:lnTo>
                <a:cubicBezTo>
                  <a:pt x="3379136" y="2051473"/>
                  <a:pt x="3349884" y="2080724"/>
                  <a:pt x="3313801" y="2080724"/>
                </a:cubicBezTo>
                <a:lnTo>
                  <a:pt x="65335" y="2080724"/>
                </a:lnTo>
                <a:cubicBezTo>
                  <a:pt x="29251" y="2080724"/>
                  <a:pt x="0" y="2051473"/>
                  <a:pt x="0" y="2015390"/>
                </a:cubicBezTo>
                <a:lnTo>
                  <a:pt x="0" y="65335"/>
                </a:lnTo>
                <a:cubicBezTo>
                  <a:pt x="0" y="29251"/>
                  <a:pt x="29251" y="0"/>
                  <a:pt x="65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00582" y="5744040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141401" y="48997"/>
                </a:moveTo>
                <a:lnTo>
                  <a:pt x="128272" y="30623"/>
                </a:lnTo>
                <a:lnTo>
                  <a:pt x="43255" y="30623"/>
                </a:lnTo>
                <a:lnTo>
                  <a:pt x="30125" y="48997"/>
                </a:lnTo>
                <a:lnTo>
                  <a:pt x="141401" y="48997"/>
                </a:lnTo>
                <a:close/>
                <a:moveTo>
                  <a:pt x="0" y="56844"/>
                </a:moveTo>
                <a:cubicBezTo>
                  <a:pt x="0" y="51753"/>
                  <a:pt x="1608" y="46776"/>
                  <a:pt x="4555" y="42604"/>
                </a:cubicBezTo>
                <a:lnTo>
                  <a:pt x="23312" y="16383"/>
                </a:lnTo>
                <a:cubicBezTo>
                  <a:pt x="27905" y="9952"/>
                  <a:pt x="35331" y="6125"/>
                  <a:pt x="43217" y="6125"/>
                </a:cubicBezTo>
                <a:lnTo>
                  <a:pt x="128233" y="6125"/>
                </a:lnTo>
                <a:cubicBezTo>
                  <a:pt x="136157" y="6125"/>
                  <a:pt x="143583" y="9952"/>
                  <a:pt x="148177" y="16383"/>
                </a:cubicBezTo>
                <a:lnTo>
                  <a:pt x="166895" y="42604"/>
                </a:lnTo>
                <a:cubicBezTo>
                  <a:pt x="169881" y="46776"/>
                  <a:pt x="171450" y="51753"/>
                  <a:pt x="171450" y="56844"/>
                </a:cubicBezTo>
                <a:lnTo>
                  <a:pt x="171488" y="159239"/>
                </a:lnTo>
                <a:cubicBezTo>
                  <a:pt x="171488" y="172751"/>
                  <a:pt x="160502" y="183737"/>
                  <a:pt x="146990" y="183737"/>
                </a:cubicBezTo>
                <a:lnTo>
                  <a:pt x="24498" y="183737"/>
                </a:lnTo>
                <a:cubicBezTo>
                  <a:pt x="10986" y="183737"/>
                  <a:pt x="0" y="172751"/>
                  <a:pt x="0" y="159239"/>
                </a:cubicBezTo>
                <a:lnTo>
                  <a:pt x="0" y="56844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06812" y="5727708"/>
            <a:ext cx="136374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Packer Detection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835" y="6054352"/>
            <a:ext cx="3176616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</a:t>
            </a:r>
            <a:r>
              <a:rPr lang="en-US" sz="1029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150+ packer types</a:t>
            </a: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protection methods used to obfuscate malware.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3835" y="6576983"/>
            <a:ext cx="1527062" cy="489967"/>
          </a:xfrm>
          <a:custGeom>
            <a:avLst/>
            <a:gdLst/>
            <a:ahLst/>
            <a:cxnLst/>
            <a:rect l="l" t="t" r="r" b="b"/>
            <a:pathLst>
              <a:path w="1527062" h="489967">
                <a:moveTo>
                  <a:pt x="32666" y="0"/>
                </a:moveTo>
                <a:lnTo>
                  <a:pt x="1494396" y="0"/>
                </a:lnTo>
                <a:cubicBezTo>
                  <a:pt x="1512437" y="0"/>
                  <a:pt x="1527062" y="14625"/>
                  <a:pt x="1527062" y="32666"/>
                </a:cubicBezTo>
                <a:lnTo>
                  <a:pt x="1527062" y="457300"/>
                </a:lnTo>
                <a:cubicBezTo>
                  <a:pt x="1527062" y="475341"/>
                  <a:pt x="1512437" y="489967"/>
                  <a:pt x="1494396" y="489967"/>
                </a:cubicBezTo>
                <a:lnTo>
                  <a:pt x="32666" y="489967"/>
                </a:lnTo>
                <a:cubicBezTo>
                  <a:pt x="14625" y="489967"/>
                  <a:pt x="0" y="475341"/>
                  <a:pt x="0" y="457300"/>
                </a:cubicBez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2416" y="6642312"/>
            <a:ext cx="146990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UPX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4666" y="6870963"/>
            <a:ext cx="1445401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052858" y="6576983"/>
            <a:ext cx="1527062" cy="489967"/>
          </a:xfrm>
          <a:custGeom>
            <a:avLst/>
            <a:gdLst/>
            <a:ahLst/>
            <a:cxnLst/>
            <a:rect l="l" t="t" r="r" b="b"/>
            <a:pathLst>
              <a:path w="1527062" h="489967">
                <a:moveTo>
                  <a:pt x="32666" y="0"/>
                </a:moveTo>
                <a:lnTo>
                  <a:pt x="1494396" y="0"/>
                </a:lnTo>
                <a:cubicBezTo>
                  <a:pt x="1512437" y="0"/>
                  <a:pt x="1527062" y="14625"/>
                  <a:pt x="1527062" y="32666"/>
                </a:cubicBezTo>
                <a:lnTo>
                  <a:pt x="1527062" y="457300"/>
                </a:lnTo>
                <a:cubicBezTo>
                  <a:pt x="1527062" y="475341"/>
                  <a:pt x="1512437" y="489967"/>
                  <a:pt x="1494396" y="489967"/>
                </a:cubicBezTo>
                <a:lnTo>
                  <a:pt x="32666" y="489967"/>
                </a:lnTo>
                <a:cubicBezTo>
                  <a:pt x="14625" y="489967"/>
                  <a:pt x="0" y="475341"/>
                  <a:pt x="0" y="457300"/>
                </a:cubicBez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2081439" y="6642312"/>
            <a:ext cx="146990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VMProtect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093688" y="6870963"/>
            <a:ext cx="1445401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5104" y="5593781"/>
            <a:ext cx="3379136" cy="2080724"/>
          </a:xfrm>
          <a:custGeom>
            <a:avLst/>
            <a:gdLst/>
            <a:ahLst/>
            <a:cxnLst/>
            <a:rect l="l" t="t" r="r" b="b"/>
            <a:pathLst>
              <a:path w="3379136" h="2080724">
                <a:moveTo>
                  <a:pt x="65335" y="0"/>
                </a:moveTo>
                <a:lnTo>
                  <a:pt x="3313801" y="0"/>
                </a:lnTo>
                <a:cubicBezTo>
                  <a:pt x="3349884" y="0"/>
                  <a:pt x="3379136" y="29251"/>
                  <a:pt x="3379136" y="65335"/>
                </a:cubicBezTo>
                <a:lnTo>
                  <a:pt x="3379136" y="2015390"/>
                </a:lnTo>
                <a:cubicBezTo>
                  <a:pt x="3379136" y="2051473"/>
                  <a:pt x="3349884" y="2080724"/>
                  <a:pt x="3313801" y="2080724"/>
                </a:cubicBezTo>
                <a:lnTo>
                  <a:pt x="65335" y="2080724"/>
                </a:lnTo>
                <a:cubicBezTo>
                  <a:pt x="29251" y="2080724"/>
                  <a:pt x="0" y="2051473"/>
                  <a:pt x="0" y="2015390"/>
                </a:cubicBezTo>
                <a:lnTo>
                  <a:pt x="0" y="65335"/>
                </a:lnTo>
                <a:cubicBezTo>
                  <a:pt x="0" y="29251"/>
                  <a:pt x="29251" y="0"/>
                  <a:pt x="65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973526" y="5744040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73495" y="24498"/>
                </a:moveTo>
                <a:cubicBezTo>
                  <a:pt x="73495" y="17723"/>
                  <a:pt x="78969" y="12249"/>
                  <a:pt x="85744" y="12249"/>
                </a:cubicBezTo>
                <a:lnTo>
                  <a:pt x="110242" y="12249"/>
                </a:lnTo>
                <a:cubicBezTo>
                  <a:pt x="117018" y="12249"/>
                  <a:pt x="122492" y="17723"/>
                  <a:pt x="122492" y="24498"/>
                </a:cubicBezTo>
                <a:lnTo>
                  <a:pt x="122492" y="48997"/>
                </a:lnTo>
                <a:cubicBezTo>
                  <a:pt x="122492" y="55772"/>
                  <a:pt x="117018" y="61246"/>
                  <a:pt x="110242" y="61246"/>
                </a:cubicBezTo>
                <a:lnTo>
                  <a:pt x="107180" y="61246"/>
                </a:lnTo>
                <a:lnTo>
                  <a:pt x="107180" y="85744"/>
                </a:lnTo>
                <a:lnTo>
                  <a:pt x="153115" y="85744"/>
                </a:lnTo>
                <a:cubicBezTo>
                  <a:pt x="168349" y="85744"/>
                  <a:pt x="180675" y="98070"/>
                  <a:pt x="180675" y="113305"/>
                </a:cubicBezTo>
                <a:lnTo>
                  <a:pt x="180675" y="134741"/>
                </a:lnTo>
                <a:lnTo>
                  <a:pt x="183737" y="134741"/>
                </a:lnTo>
                <a:cubicBezTo>
                  <a:pt x="190513" y="134741"/>
                  <a:pt x="195987" y="140215"/>
                  <a:pt x="195987" y="146990"/>
                </a:cubicBezTo>
                <a:lnTo>
                  <a:pt x="195987" y="171488"/>
                </a:lnTo>
                <a:cubicBezTo>
                  <a:pt x="195987" y="178264"/>
                  <a:pt x="190513" y="183737"/>
                  <a:pt x="183737" y="183737"/>
                </a:cubicBezTo>
                <a:lnTo>
                  <a:pt x="159239" y="183737"/>
                </a:lnTo>
                <a:cubicBezTo>
                  <a:pt x="152464" y="183737"/>
                  <a:pt x="146990" y="178264"/>
                  <a:pt x="146990" y="171488"/>
                </a:cubicBezTo>
                <a:lnTo>
                  <a:pt x="146990" y="146990"/>
                </a:lnTo>
                <a:cubicBezTo>
                  <a:pt x="146990" y="140215"/>
                  <a:pt x="152464" y="134741"/>
                  <a:pt x="159239" y="134741"/>
                </a:cubicBezTo>
                <a:lnTo>
                  <a:pt x="162301" y="134741"/>
                </a:lnTo>
                <a:lnTo>
                  <a:pt x="162301" y="113305"/>
                </a:lnTo>
                <a:cubicBezTo>
                  <a:pt x="162301" y="108214"/>
                  <a:pt x="158206" y="104118"/>
                  <a:pt x="153115" y="104118"/>
                </a:cubicBezTo>
                <a:lnTo>
                  <a:pt x="107180" y="104118"/>
                </a:lnTo>
                <a:lnTo>
                  <a:pt x="107180" y="134741"/>
                </a:lnTo>
                <a:lnTo>
                  <a:pt x="110242" y="134741"/>
                </a:lnTo>
                <a:cubicBezTo>
                  <a:pt x="117018" y="134741"/>
                  <a:pt x="122492" y="140215"/>
                  <a:pt x="122492" y="146990"/>
                </a:cubicBezTo>
                <a:lnTo>
                  <a:pt x="122492" y="171488"/>
                </a:lnTo>
                <a:cubicBezTo>
                  <a:pt x="122492" y="178264"/>
                  <a:pt x="117018" y="183737"/>
                  <a:pt x="110242" y="183737"/>
                </a:cubicBezTo>
                <a:lnTo>
                  <a:pt x="85744" y="183737"/>
                </a:lnTo>
                <a:cubicBezTo>
                  <a:pt x="78969" y="183737"/>
                  <a:pt x="73495" y="178264"/>
                  <a:pt x="73495" y="171488"/>
                </a:cubicBezTo>
                <a:lnTo>
                  <a:pt x="73495" y="146990"/>
                </a:lnTo>
                <a:cubicBezTo>
                  <a:pt x="73495" y="140215"/>
                  <a:pt x="78969" y="134741"/>
                  <a:pt x="85744" y="134741"/>
                </a:cubicBezTo>
                <a:lnTo>
                  <a:pt x="88806" y="134741"/>
                </a:lnTo>
                <a:lnTo>
                  <a:pt x="88806" y="104118"/>
                </a:lnTo>
                <a:lnTo>
                  <a:pt x="42872" y="104118"/>
                </a:lnTo>
                <a:cubicBezTo>
                  <a:pt x="37781" y="104118"/>
                  <a:pt x="33685" y="108214"/>
                  <a:pt x="33685" y="113305"/>
                </a:cubicBezTo>
                <a:lnTo>
                  <a:pt x="33685" y="134741"/>
                </a:lnTo>
                <a:lnTo>
                  <a:pt x="36747" y="134741"/>
                </a:lnTo>
                <a:cubicBezTo>
                  <a:pt x="43523" y="134741"/>
                  <a:pt x="48997" y="140215"/>
                  <a:pt x="48997" y="146990"/>
                </a:cubicBezTo>
                <a:lnTo>
                  <a:pt x="48997" y="171488"/>
                </a:lnTo>
                <a:cubicBezTo>
                  <a:pt x="48997" y="178264"/>
                  <a:pt x="43523" y="183737"/>
                  <a:pt x="36747" y="183737"/>
                </a:cubicBezTo>
                <a:lnTo>
                  <a:pt x="12249" y="183737"/>
                </a:lnTo>
                <a:cubicBezTo>
                  <a:pt x="5474" y="183737"/>
                  <a:pt x="0" y="178264"/>
                  <a:pt x="0" y="171488"/>
                </a:cubicBezTo>
                <a:lnTo>
                  <a:pt x="0" y="146990"/>
                </a:lnTo>
                <a:cubicBezTo>
                  <a:pt x="0" y="140215"/>
                  <a:pt x="5474" y="134741"/>
                  <a:pt x="12249" y="134741"/>
                </a:cubicBezTo>
                <a:lnTo>
                  <a:pt x="15311" y="134741"/>
                </a:lnTo>
                <a:lnTo>
                  <a:pt x="15311" y="113305"/>
                </a:lnTo>
                <a:cubicBezTo>
                  <a:pt x="15311" y="98070"/>
                  <a:pt x="27637" y="85744"/>
                  <a:pt x="42872" y="85744"/>
                </a:cubicBezTo>
                <a:lnTo>
                  <a:pt x="88806" y="85744"/>
                </a:lnTo>
                <a:lnTo>
                  <a:pt x="88806" y="61246"/>
                </a:lnTo>
                <a:lnTo>
                  <a:pt x="85744" y="61246"/>
                </a:lnTo>
                <a:cubicBezTo>
                  <a:pt x="78969" y="61246"/>
                  <a:pt x="73495" y="55772"/>
                  <a:pt x="73495" y="48997"/>
                </a:cubicBezTo>
                <a:lnTo>
                  <a:pt x="73495" y="24498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292005" y="5727708"/>
            <a:ext cx="161688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Family Classification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949028" y="6054352"/>
            <a:ext cx="3176616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samples to </a:t>
            </a:r>
            <a:r>
              <a:rPr lang="en-US" sz="1029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known threat groups</a:t>
            </a: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attribution and campaign tracking.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49028" y="6625980"/>
            <a:ext cx="65329" cy="65329"/>
          </a:xfrm>
          <a:custGeom>
            <a:avLst/>
            <a:gdLst/>
            <a:ahLst/>
            <a:cxnLst/>
            <a:rect l="l" t="t" r="r" b="b"/>
            <a:pathLst>
              <a:path w="65329" h="65329">
                <a:moveTo>
                  <a:pt x="32664" y="0"/>
                </a:moveTo>
                <a:lnTo>
                  <a:pt x="32664" y="0"/>
                </a:lnTo>
                <a:cubicBezTo>
                  <a:pt x="50692" y="0"/>
                  <a:pt x="65329" y="14636"/>
                  <a:pt x="65329" y="32664"/>
                </a:cubicBezTo>
                <a:lnTo>
                  <a:pt x="65329" y="32664"/>
                </a:lnTo>
                <a:cubicBezTo>
                  <a:pt x="65329" y="50692"/>
                  <a:pt x="50692" y="65329"/>
                  <a:pt x="32664" y="65329"/>
                </a:cubicBezTo>
                <a:lnTo>
                  <a:pt x="32664" y="65329"/>
                </a:lnTo>
                <a:cubicBezTo>
                  <a:pt x="14636" y="65329"/>
                  <a:pt x="0" y="50692"/>
                  <a:pt x="0" y="3266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079686" y="6576983"/>
            <a:ext cx="1257581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TrickBot, Emotet, Dridex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949028" y="6821966"/>
            <a:ext cx="65329" cy="65329"/>
          </a:xfrm>
          <a:custGeom>
            <a:avLst/>
            <a:gdLst/>
            <a:ahLst/>
            <a:cxnLst/>
            <a:rect l="l" t="t" r="r" b="b"/>
            <a:pathLst>
              <a:path w="65329" h="65329">
                <a:moveTo>
                  <a:pt x="32664" y="0"/>
                </a:moveTo>
                <a:lnTo>
                  <a:pt x="32664" y="0"/>
                </a:lnTo>
                <a:cubicBezTo>
                  <a:pt x="50692" y="0"/>
                  <a:pt x="65329" y="14636"/>
                  <a:pt x="65329" y="32664"/>
                </a:cubicBezTo>
                <a:lnTo>
                  <a:pt x="65329" y="32664"/>
                </a:lnTo>
                <a:cubicBezTo>
                  <a:pt x="65329" y="50692"/>
                  <a:pt x="50692" y="65329"/>
                  <a:pt x="32664" y="65329"/>
                </a:cubicBezTo>
                <a:lnTo>
                  <a:pt x="32664" y="65329"/>
                </a:lnTo>
                <a:cubicBezTo>
                  <a:pt x="14636" y="65329"/>
                  <a:pt x="0" y="50692"/>
                  <a:pt x="0" y="3266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079686" y="6772970"/>
            <a:ext cx="160872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APT groups (Lazarus, CozyBear)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949028" y="7017953"/>
            <a:ext cx="65329" cy="65329"/>
          </a:xfrm>
          <a:custGeom>
            <a:avLst/>
            <a:gdLst/>
            <a:ahLst/>
            <a:cxnLst/>
            <a:rect l="l" t="t" r="r" b="b"/>
            <a:pathLst>
              <a:path w="65329" h="65329">
                <a:moveTo>
                  <a:pt x="32664" y="0"/>
                </a:moveTo>
                <a:lnTo>
                  <a:pt x="32664" y="0"/>
                </a:lnTo>
                <a:cubicBezTo>
                  <a:pt x="50692" y="0"/>
                  <a:pt x="65329" y="14636"/>
                  <a:pt x="65329" y="32664"/>
                </a:cubicBezTo>
                <a:lnTo>
                  <a:pt x="65329" y="32664"/>
                </a:lnTo>
                <a:cubicBezTo>
                  <a:pt x="65329" y="50692"/>
                  <a:pt x="50692" y="65329"/>
                  <a:pt x="32664" y="65329"/>
                </a:cubicBezTo>
                <a:lnTo>
                  <a:pt x="32664" y="65329"/>
                </a:lnTo>
                <a:cubicBezTo>
                  <a:pt x="14636" y="65329"/>
                  <a:pt x="0" y="50692"/>
                  <a:pt x="0" y="3266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4079686" y="6968956"/>
            <a:ext cx="1110591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Ransomware families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3064" y="1146522"/>
            <a:ext cx="4530557" cy="2685016"/>
          </a:xfrm>
          <a:custGeom>
            <a:avLst/>
            <a:gdLst/>
            <a:ahLst/>
            <a:cxnLst/>
            <a:rect l="l" t="t" r="r" b="b"/>
            <a:pathLst>
              <a:path w="4530557" h="2685016">
                <a:moveTo>
                  <a:pt x="65326" y="0"/>
                </a:moveTo>
                <a:lnTo>
                  <a:pt x="4465231" y="0"/>
                </a:lnTo>
                <a:cubicBezTo>
                  <a:pt x="4501309" y="0"/>
                  <a:pt x="4530557" y="29248"/>
                  <a:pt x="4530557" y="65326"/>
                </a:cubicBezTo>
                <a:lnTo>
                  <a:pt x="4530557" y="2619690"/>
                </a:lnTo>
                <a:cubicBezTo>
                  <a:pt x="4530557" y="2655769"/>
                  <a:pt x="4501309" y="2685016"/>
                  <a:pt x="4465231" y="2685016"/>
                </a:cubicBezTo>
                <a:lnTo>
                  <a:pt x="65326" y="2685016"/>
                </a:lnTo>
                <a:cubicBezTo>
                  <a:pt x="29248" y="2685016"/>
                  <a:pt x="0" y="2655769"/>
                  <a:pt x="0" y="2619690"/>
                </a:cubicBezTo>
                <a:lnTo>
                  <a:pt x="0" y="65326"/>
                </a:lnTo>
                <a:cubicBezTo>
                  <a:pt x="0" y="29248"/>
                  <a:pt x="29248" y="0"/>
                  <a:pt x="653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15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7491486" y="129677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0" y="97993"/>
                </a:moveTo>
                <a:cubicBezTo>
                  <a:pt x="0" y="43909"/>
                  <a:pt x="43909" y="0"/>
                  <a:pt x="97993" y="0"/>
                </a:cubicBezTo>
                <a:cubicBezTo>
                  <a:pt x="152077" y="0"/>
                  <a:pt x="195987" y="43909"/>
                  <a:pt x="195987" y="97993"/>
                </a:cubicBezTo>
                <a:cubicBezTo>
                  <a:pt x="195987" y="152077"/>
                  <a:pt x="152077" y="195987"/>
                  <a:pt x="97993" y="195987"/>
                </a:cubicBezTo>
                <a:cubicBezTo>
                  <a:pt x="43909" y="195987"/>
                  <a:pt x="0" y="152077"/>
                  <a:pt x="0" y="97993"/>
                </a:cubicBezTo>
                <a:close/>
                <a:moveTo>
                  <a:pt x="110242" y="36747"/>
                </a:moveTo>
                <a:cubicBezTo>
                  <a:pt x="110242" y="29987"/>
                  <a:pt x="104754" y="24498"/>
                  <a:pt x="97993" y="24498"/>
                </a:cubicBezTo>
                <a:cubicBezTo>
                  <a:pt x="91233" y="24498"/>
                  <a:pt x="85744" y="29987"/>
                  <a:pt x="85744" y="36747"/>
                </a:cubicBezTo>
                <a:cubicBezTo>
                  <a:pt x="85744" y="43508"/>
                  <a:pt x="91233" y="48997"/>
                  <a:pt x="97993" y="48997"/>
                </a:cubicBezTo>
                <a:cubicBezTo>
                  <a:pt x="104754" y="48997"/>
                  <a:pt x="110242" y="43508"/>
                  <a:pt x="110242" y="36747"/>
                </a:cubicBezTo>
                <a:close/>
                <a:moveTo>
                  <a:pt x="97993" y="159239"/>
                </a:moveTo>
                <a:cubicBezTo>
                  <a:pt x="111506" y="159239"/>
                  <a:pt x="122492" y="148253"/>
                  <a:pt x="122492" y="134741"/>
                </a:cubicBezTo>
                <a:cubicBezTo>
                  <a:pt x="122492" y="128540"/>
                  <a:pt x="120195" y="122836"/>
                  <a:pt x="116367" y="118549"/>
                </a:cubicBezTo>
                <a:lnTo>
                  <a:pt x="142971" y="65380"/>
                </a:lnTo>
                <a:cubicBezTo>
                  <a:pt x="145229" y="60825"/>
                  <a:pt x="143392" y="55313"/>
                  <a:pt x="138875" y="53054"/>
                </a:cubicBezTo>
                <a:cubicBezTo>
                  <a:pt x="134358" y="50796"/>
                  <a:pt x="128808" y="52633"/>
                  <a:pt x="126549" y="57150"/>
                </a:cubicBezTo>
                <a:lnTo>
                  <a:pt x="99946" y="110319"/>
                </a:lnTo>
                <a:cubicBezTo>
                  <a:pt x="99295" y="110281"/>
                  <a:pt x="98644" y="110242"/>
                  <a:pt x="97993" y="110242"/>
                </a:cubicBezTo>
                <a:cubicBezTo>
                  <a:pt x="84481" y="110242"/>
                  <a:pt x="73495" y="121228"/>
                  <a:pt x="73495" y="134741"/>
                </a:cubicBezTo>
                <a:cubicBezTo>
                  <a:pt x="73495" y="148253"/>
                  <a:pt x="84481" y="159239"/>
                  <a:pt x="97993" y="159239"/>
                </a:cubicBezTo>
                <a:close/>
                <a:moveTo>
                  <a:pt x="67370" y="55121"/>
                </a:moveTo>
                <a:cubicBezTo>
                  <a:pt x="67370" y="48361"/>
                  <a:pt x="61882" y="42872"/>
                  <a:pt x="55121" y="42872"/>
                </a:cubicBezTo>
                <a:cubicBezTo>
                  <a:pt x="48361" y="42872"/>
                  <a:pt x="42872" y="48361"/>
                  <a:pt x="42872" y="55121"/>
                </a:cubicBezTo>
                <a:cubicBezTo>
                  <a:pt x="42872" y="61882"/>
                  <a:pt x="48361" y="67370"/>
                  <a:pt x="55121" y="67370"/>
                </a:cubicBezTo>
                <a:cubicBezTo>
                  <a:pt x="61882" y="67370"/>
                  <a:pt x="67370" y="61882"/>
                  <a:pt x="67370" y="55121"/>
                </a:cubicBezTo>
                <a:close/>
                <a:moveTo>
                  <a:pt x="36747" y="110242"/>
                </a:moveTo>
                <a:cubicBezTo>
                  <a:pt x="43508" y="110242"/>
                  <a:pt x="48997" y="104754"/>
                  <a:pt x="48997" y="97993"/>
                </a:cubicBezTo>
                <a:cubicBezTo>
                  <a:pt x="48997" y="91233"/>
                  <a:pt x="43508" y="85744"/>
                  <a:pt x="36747" y="85744"/>
                </a:cubicBezTo>
                <a:cubicBezTo>
                  <a:pt x="29987" y="85744"/>
                  <a:pt x="24498" y="91233"/>
                  <a:pt x="24498" y="97993"/>
                </a:cubicBezTo>
                <a:cubicBezTo>
                  <a:pt x="24498" y="104754"/>
                  <a:pt x="29987" y="110242"/>
                  <a:pt x="36747" y="110242"/>
                </a:cubicBezTo>
                <a:close/>
                <a:moveTo>
                  <a:pt x="171488" y="97993"/>
                </a:moveTo>
                <a:cubicBezTo>
                  <a:pt x="171488" y="91233"/>
                  <a:pt x="166000" y="85744"/>
                  <a:pt x="159239" y="85744"/>
                </a:cubicBezTo>
                <a:cubicBezTo>
                  <a:pt x="152479" y="85744"/>
                  <a:pt x="146990" y="91233"/>
                  <a:pt x="146990" y="97993"/>
                </a:cubicBezTo>
                <a:cubicBezTo>
                  <a:pt x="146990" y="104754"/>
                  <a:pt x="152479" y="110242"/>
                  <a:pt x="159239" y="110242"/>
                </a:cubicBezTo>
                <a:cubicBezTo>
                  <a:pt x="166000" y="110242"/>
                  <a:pt x="171488" y="104754"/>
                  <a:pt x="171488" y="97993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809964" y="1280444"/>
            <a:ext cx="164955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66988" y="1607089"/>
            <a:ext cx="4262709" cy="653289"/>
          </a:xfrm>
          <a:custGeom>
            <a:avLst/>
            <a:gdLst/>
            <a:ahLst/>
            <a:cxnLst/>
            <a:rect l="l" t="t" r="r" b="b"/>
            <a:pathLst>
              <a:path w="4262709" h="653289">
                <a:moveTo>
                  <a:pt x="32664" y="0"/>
                </a:moveTo>
                <a:lnTo>
                  <a:pt x="4230044" y="0"/>
                </a:lnTo>
                <a:cubicBezTo>
                  <a:pt x="4248084" y="0"/>
                  <a:pt x="4262709" y="14624"/>
                  <a:pt x="4262709" y="32664"/>
                </a:cubicBezTo>
                <a:lnTo>
                  <a:pt x="4262709" y="620624"/>
                </a:lnTo>
                <a:cubicBezTo>
                  <a:pt x="4262709" y="638664"/>
                  <a:pt x="4248084" y="653289"/>
                  <a:pt x="4230044" y="653289"/>
                </a:cubicBezTo>
                <a:lnTo>
                  <a:pt x="32664" y="653289"/>
                </a:lnTo>
                <a:cubicBezTo>
                  <a:pt x="14624" y="653289"/>
                  <a:pt x="0" y="638664"/>
                  <a:pt x="0" y="62062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564981" y="1737643"/>
            <a:ext cx="72678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Speed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314756" y="1705082"/>
            <a:ext cx="416472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564981" y="1998958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100MB sample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66988" y="2325602"/>
            <a:ext cx="4262709" cy="653289"/>
          </a:xfrm>
          <a:custGeom>
            <a:avLst/>
            <a:gdLst/>
            <a:ahLst/>
            <a:cxnLst/>
            <a:rect l="l" t="t" r="r" b="b"/>
            <a:pathLst>
              <a:path w="4262709" h="653289">
                <a:moveTo>
                  <a:pt x="32664" y="0"/>
                </a:moveTo>
                <a:lnTo>
                  <a:pt x="4230044" y="0"/>
                </a:lnTo>
                <a:cubicBezTo>
                  <a:pt x="4248084" y="0"/>
                  <a:pt x="4262709" y="14624"/>
                  <a:pt x="4262709" y="32664"/>
                </a:cubicBezTo>
                <a:lnTo>
                  <a:pt x="4262709" y="620624"/>
                </a:lnTo>
                <a:cubicBezTo>
                  <a:pt x="4262709" y="638664"/>
                  <a:pt x="4248084" y="653289"/>
                  <a:pt x="4230044" y="653289"/>
                </a:cubicBezTo>
                <a:lnTo>
                  <a:pt x="32664" y="653289"/>
                </a:lnTo>
                <a:cubicBezTo>
                  <a:pt x="14624" y="653289"/>
                  <a:pt x="0" y="638664"/>
                  <a:pt x="0" y="62062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7564981" y="2456160"/>
            <a:ext cx="89827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Rate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097640" y="2423596"/>
            <a:ext cx="63695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99.7%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564981" y="2717476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known threats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66988" y="3044120"/>
            <a:ext cx="4262709" cy="653289"/>
          </a:xfrm>
          <a:custGeom>
            <a:avLst/>
            <a:gdLst/>
            <a:ahLst/>
            <a:cxnLst/>
            <a:rect l="l" t="t" r="r" b="b"/>
            <a:pathLst>
              <a:path w="4262709" h="653289">
                <a:moveTo>
                  <a:pt x="32664" y="0"/>
                </a:moveTo>
                <a:lnTo>
                  <a:pt x="4230044" y="0"/>
                </a:lnTo>
                <a:cubicBezTo>
                  <a:pt x="4248084" y="0"/>
                  <a:pt x="4262709" y="14624"/>
                  <a:pt x="4262709" y="32664"/>
                </a:cubicBezTo>
                <a:lnTo>
                  <a:pt x="4262709" y="620624"/>
                </a:lnTo>
                <a:cubicBezTo>
                  <a:pt x="4262709" y="638664"/>
                  <a:pt x="4248084" y="653289"/>
                  <a:pt x="4230044" y="653289"/>
                </a:cubicBezTo>
                <a:lnTo>
                  <a:pt x="32664" y="653289"/>
                </a:lnTo>
                <a:cubicBezTo>
                  <a:pt x="14624" y="653289"/>
                  <a:pt x="0" y="638664"/>
                  <a:pt x="0" y="62062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7564981" y="3174674"/>
            <a:ext cx="87377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228502" y="3142114"/>
            <a:ext cx="506299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0.1%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564981" y="3435990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leading low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333064" y="3935758"/>
            <a:ext cx="4530557" cy="3738444"/>
          </a:xfrm>
          <a:custGeom>
            <a:avLst/>
            <a:gdLst/>
            <a:ahLst/>
            <a:cxnLst/>
            <a:rect l="l" t="t" r="r" b="b"/>
            <a:pathLst>
              <a:path w="4530557" h="3738444">
                <a:moveTo>
                  <a:pt x="65311" y="0"/>
                </a:moveTo>
                <a:lnTo>
                  <a:pt x="4465246" y="0"/>
                </a:lnTo>
                <a:cubicBezTo>
                  <a:pt x="4501316" y="0"/>
                  <a:pt x="4530557" y="29241"/>
                  <a:pt x="4530557" y="65311"/>
                </a:cubicBezTo>
                <a:lnTo>
                  <a:pt x="4530557" y="3673134"/>
                </a:lnTo>
                <a:cubicBezTo>
                  <a:pt x="4530557" y="3709204"/>
                  <a:pt x="4501316" y="3738444"/>
                  <a:pt x="4465246" y="3738444"/>
                </a:cubicBezTo>
                <a:lnTo>
                  <a:pt x="65311" y="3738444"/>
                </a:lnTo>
                <a:cubicBezTo>
                  <a:pt x="29241" y="3738444"/>
                  <a:pt x="0" y="3709204"/>
                  <a:pt x="0" y="3673134"/>
                </a:cubicBezTo>
                <a:lnTo>
                  <a:pt x="0" y="65311"/>
                </a:lnTo>
                <a:cubicBezTo>
                  <a:pt x="0" y="29241"/>
                  <a:pt x="29241" y="0"/>
                  <a:pt x="653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15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7491486" y="4086013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88998" y="1990"/>
                </a:moveTo>
                <a:cubicBezTo>
                  <a:pt x="94701" y="-651"/>
                  <a:pt x="101285" y="-651"/>
                  <a:pt x="106989" y="1990"/>
                </a:cubicBezTo>
                <a:lnTo>
                  <a:pt x="190666" y="40652"/>
                </a:lnTo>
                <a:cubicBezTo>
                  <a:pt x="193920" y="42145"/>
                  <a:pt x="195987" y="45398"/>
                  <a:pt x="195987" y="48997"/>
                </a:cubicBezTo>
                <a:cubicBezTo>
                  <a:pt x="195987" y="52595"/>
                  <a:pt x="193920" y="55849"/>
                  <a:pt x="190666" y="57341"/>
                </a:cubicBezTo>
                <a:lnTo>
                  <a:pt x="106989" y="96003"/>
                </a:lnTo>
                <a:cubicBezTo>
                  <a:pt x="101285" y="98644"/>
                  <a:pt x="94701" y="98644"/>
                  <a:pt x="88998" y="96003"/>
                </a:cubicBezTo>
                <a:lnTo>
                  <a:pt x="5321" y="57341"/>
                </a:lnTo>
                <a:cubicBezTo>
                  <a:pt x="2067" y="55810"/>
                  <a:pt x="0" y="52557"/>
                  <a:pt x="0" y="48997"/>
                </a:cubicBezTo>
                <a:cubicBezTo>
                  <a:pt x="0" y="45437"/>
                  <a:pt x="2067" y="42145"/>
                  <a:pt x="5321" y="40652"/>
                </a:cubicBezTo>
                <a:lnTo>
                  <a:pt x="88998" y="1990"/>
                </a:lnTo>
                <a:close/>
                <a:moveTo>
                  <a:pt x="18412" y="83601"/>
                </a:moveTo>
                <a:lnTo>
                  <a:pt x="81304" y="112654"/>
                </a:lnTo>
                <a:cubicBezTo>
                  <a:pt x="91907" y="117554"/>
                  <a:pt x="104118" y="117554"/>
                  <a:pt x="114721" y="112654"/>
                </a:cubicBezTo>
                <a:lnTo>
                  <a:pt x="177613" y="83601"/>
                </a:lnTo>
                <a:lnTo>
                  <a:pt x="190666" y="89649"/>
                </a:lnTo>
                <a:cubicBezTo>
                  <a:pt x="193920" y="91141"/>
                  <a:pt x="195987" y="94395"/>
                  <a:pt x="195987" y="97993"/>
                </a:cubicBezTo>
                <a:cubicBezTo>
                  <a:pt x="195987" y="101591"/>
                  <a:pt x="193920" y="104845"/>
                  <a:pt x="190666" y="106338"/>
                </a:cubicBezTo>
                <a:lnTo>
                  <a:pt x="106989" y="144999"/>
                </a:lnTo>
                <a:cubicBezTo>
                  <a:pt x="101285" y="147641"/>
                  <a:pt x="94701" y="147641"/>
                  <a:pt x="88998" y="144999"/>
                </a:cubicBezTo>
                <a:lnTo>
                  <a:pt x="5321" y="106338"/>
                </a:lnTo>
                <a:cubicBezTo>
                  <a:pt x="2067" y="104807"/>
                  <a:pt x="0" y="101553"/>
                  <a:pt x="0" y="97993"/>
                </a:cubicBezTo>
                <a:cubicBezTo>
                  <a:pt x="0" y="94433"/>
                  <a:pt x="2067" y="91141"/>
                  <a:pt x="5321" y="89649"/>
                </a:cubicBezTo>
                <a:lnTo>
                  <a:pt x="18374" y="83601"/>
                </a:lnTo>
                <a:close/>
                <a:moveTo>
                  <a:pt x="5321" y="138645"/>
                </a:moveTo>
                <a:lnTo>
                  <a:pt x="18374" y="132597"/>
                </a:lnTo>
                <a:lnTo>
                  <a:pt x="81266" y="161651"/>
                </a:lnTo>
                <a:cubicBezTo>
                  <a:pt x="91869" y="166550"/>
                  <a:pt x="104080" y="166550"/>
                  <a:pt x="114683" y="161651"/>
                </a:cubicBezTo>
                <a:lnTo>
                  <a:pt x="177575" y="132597"/>
                </a:lnTo>
                <a:lnTo>
                  <a:pt x="190628" y="138645"/>
                </a:lnTo>
                <a:cubicBezTo>
                  <a:pt x="193881" y="140138"/>
                  <a:pt x="195948" y="143392"/>
                  <a:pt x="195948" y="146990"/>
                </a:cubicBezTo>
                <a:cubicBezTo>
                  <a:pt x="195948" y="150588"/>
                  <a:pt x="193881" y="153842"/>
                  <a:pt x="190628" y="155335"/>
                </a:cubicBezTo>
                <a:lnTo>
                  <a:pt x="106951" y="193996"/>
                </a:lnTo>
                <a:cubicBezTo>
                  <a:pt x="101247" y="196637"/>
                  <a:pt x="94663" y="196637"/>
                  <a:pt x="88960" y="193996"/>
                </a:cubicBezTo>
                <a:lnTo>
                  <a:pt x="5321" y="155335"/>
                </a:lnTo>
                <a:cubicBezTo>
                  <a:pt x="2067" y="153804"/>
                  <a:pt x="0" y="150550"/>
                  <a:pt x="0" y="146990"/>
                </a:cubicBezTo>
                <a:cubicBezTo>
                  <a:pt x="0" y="143430"/>
                  <a:pt x="2067" y="140138"/>
                  <a:pt x="5321" y="138645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7809964" y="4069681"/>
            <a:ext cx="155972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 Benefits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466988" y="4396325"/>
            <a:ext cx="4328038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scanning provides the </a:t>
            </a:r>
            <a:r>
              <a:rPr lang="en-US" sz="1029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and accuracy foundation</a:t>
            </a:r>
            <a:r>
              <a:rPr lang="en-US" sz="1029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detection engine.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466988" y="4918956"/>
            <a:ext cx="4262709" cy="1208584"/>
          </a:xfrm>
          <a:custGeom>
            <a:avLst/>
            <a:gdLst/>
            <a:ahLst/>
            <a:cxnLst/>
            <a:rect l="l" t="t" r="r" b="b"/>
            <a:pathLst>
              <a:path w="4262709" h="1208584">
                <a:moveTo>
                  <a:pt x="32668" y="0"/>
                </a:moveTo>
                <a:lnTo>
                  <a:pt x="4230041" y="0"/>
                </a:lnTo>
                <a:cubicBezTo>
                  <a:pt x="4248083" y="0"/>
                  <a:pt x="4262709" y="14626"/>
                  <a:pt x="4262709" y="32668"/>
                </a:cubicBezTo>
                <a:lnTo>
                  <a:pt x="4262709" y="1175916"/>
                </a:lnTo>
                <a:cubicBezTo>
                  <a:pt x="4262709" y="1193958"/>
                  <a:pt x="4248083" y="1208584"/>
                  <a:pt x="4230041" y="1208584"/>
                </a:cubicBezTo>
                <a:lnTo>
                  <a:pt x="32668" y="1208584"/>
                </a:lnTo>
                <a:cubicBezTo>
                  <a:pt x="14626" y="1208584"/>
                  <a:pt x="0" y="1193958"/>
                  <a:pt x="0" y="1175916"/>
                </a:cubicBezTo>
                <a:lnTo>
                  <a:pt x="0" y="32668"/>
                </a:lnTo>
                <a:cubicBezTo>
                  <a:pt x="0" y="14626"/>
                  <a:pt x="14626" y="0"/>
                  <a:pt x="32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7564981" y="5016949"/>
            <a:ext cx="413205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Role in Triple-Engine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564981" y="5278265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 triage for known threats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564981" y="5474251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Provides ground truth labels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564981" y="5670238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Immediate family attribution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564981" y="5866225"/>
            <a:ext cx="412388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Reduces ML false positives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576" y="492125"/>
            <a:ext cx="46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5500" y="317500"/>
            <a:ext cx="6215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 3: Behavioral Analysis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5500" y="698500"/>
            <a:ext cx="610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Behavior Monitoring &amp; Heuristic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850" y="1117600"/>
            <a:ext cx="5703887" cy="1552575"/>
          </a:xfrm>
          <a:custGeom>
            <a:avLst/>
            <a:gdLst/>
            <a:ahLst/>
            <a:cxnLst/>
            <a:rect l="l" t="t" r="r" b="b"/>
            <a:pathLst>
              <a:path w="5703887" h="1552575">
                <a:moveTo>
                  <a:pt x="63500" y="0"/>
                </a:moveTo>
                <a:lnTo>
                  <a:pt x="5640387" y="0"/>
                </a:lnTo>
                <a:cubicBezTo>
                  <a:pt x="5675457" y="0"/>
                  <a:pt x="5703887" y="28430"/>
                  <a:pt x="5703887" y="63500"/>
                </a:cubicBezTo>
                <a:lnTo>
                  <a:pt x="5703887" y="1489075"/>
                </a:lnTo>
                <a:cubicBezTo>
                  <a:pt x="5703887" y="1524121"/>
                  <a:pt x="5675434" y="1552575"/>
                  <a:pt x="5640387" y="1552575"/>
                </a:cubicBezTo>
                <a:lnTo>
                  <a:pt x="63500" y="1552575"/>
                </a:lnTo>
                <a:cubicBezTo>
                  <a:pt x="28430" y="1552575"/>
                  <a:pt x="0" y="1524145"/>
                  <a:pt x="0" y="1489075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88950" y="128269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10989" y="1417634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33945" y="14883"/>
                </a:moveTo>
                <a:cubicBezTo>
                  <a:pt x="96366" y="14883"/>
                  <a:pt x="66275" y="31998"/>
                  <a:pt x="44369" y="52369"/>
                </a:cubicBezTo>
                <a:cubicBezTo>
                  <a:pt x="22603" y="72600"/>
                  <a:pt x="8046" y="96738"/>
                  <a:pt x="1116" y="113342"/>
                </a:cubicBezTo>
                <a:cubicBezTo>
                  <a:pt x="-419" y="117016"/>
                  <a:pt x="-419" y="121109"/>
                  <a:pt x="1116" y="124783"/>
                </a:cubicBezTo>
                <a:cubicBezTo>
                  <a:pt x="8046" y="141387"/>
                  <a:pt x="22603" y="165571"/>
                  <a:pt x="44369" y="185756"/>
                </a:cubicBezTo>
                <a:cubicBezTo>
                  <a:pt x="66275" y="206080"/>
                  <a:pt x="96366" y="223242"/>
                  <a:pt x="133945" y="223242"/>
                </a:cubicBezTo>
                <a:cubicBezTo>
                  <a:pt x="171524" y="223242"/>
                  <a:pt x="201616" y="206127"/>
                  <a:pt x="223521" y="185756"/>
                </a:cubicBezTo>
                <a:cubicBezTo>
                  <a:pt x="245287" y="165525"/>
                  <a:pt x="259845" y="141387"/>
                  <a:pt x="266774" y="124783"/>
                </a:cubicBezTo>
                <a:cubicBezTo>
                  <a:pt x="268309" y="121109"/>
                  <a:pt x="268309" y="117016"/>
                  <a:pt x="266774" y="113342"/>
                </a:cubicBezTo>
                <a:cubicBezTo>
                  <a:pt x="259845" y="96738"/>
                  <a:pt x="245287" y="72554"/>
                  <a:pt x="223521" y="52369"/>
                </a:cubicBezTo>
                <a:cubicBezTo>
                  <a:pt x="201616" y="32045"/>
                  <a:pt x="171524" y="14883"/>
                  <a:pt x="133945" y="14883"/>
                </a:cubicBezTo>
                <a:close/>
                <a:moveTo>
                  <a:pt x="66973" y="119062"/>
                </a:moveTo>
                <a:cubicBezTo>
                  <a:pt x="66973" y="82099"/>
                  <a:pt x="96982" y="52090"/>
                  <a:pt x="133945" y="52090"/>
                </a:cubicBezTo>
                <a:cubicBezTo>
                  <a:pt x="170909" y="52090"/>
                  <a:pt x="200918" y="82099"/>
                  <a:pt x="200918" y="119062"/>
                </a:cubicBezTo>
                <a:cubicBezTo>
                  <a:pt x="200918" y="156026"/>
                  <a:pt x="170909" y="186035"/>
                  <a:pt x="133945" y="186035"/>
                </a:cubicBezTo>
                <a:cubicBezTo>
                  <a:pt x="96982" y="186035"/>
                  <a:pt x="66973" y="156026"/>
                  <a:pt x="66973" y="119062"/>
                </a:cubicBezTo>
                <a:close/>
                <a:moveTo>
                  <a:pt x="133945" y="89297"/>
                </a:moveTo>
                <a:cubicBezTo>
                  <a:pt x="133945" y="105714"/>
                  <a:pt x="120597" y="119062"/>
                  <a:pt x="104180" y="119062"/>
                </a:cubicBezTo>
                <a:cubicBezTo>
                  <a:pt x="98831" y="119062"/>
                  <a:pt x="93808" y="117667"/>
                  <a:pt x="89436" y="115156"/>
                </a:cubicBezTo>
                <a:cubicBezTo>
                  <a:pt x="88971" y="120225"/>
                  <a:pt x="89390" y="125434"/>
                  <a:pt x="90785" y="130597"/>
                </a:cubicBezTo>
                <a:cubicBezTo>
                  <a:pt x="97157" y="154409"/>
                  <a:pt x="121667" y="168548"/>
                  <a:pt x="145479" y="162176"/>
                </a:cubicBezTo>
                <a:cubicBezTo>
                  <a:pt x="169292" y="155804"/>
                  <a:pt x="183431" y="131294"/>
                  <a:pt x="177059" y="107482"/>
                </a:cubicBezTo>
                <a:cubicBezTo>
                  <a:pt x="171385" y="86227"/>
                  <a:pt x="151247" y="72693"/>
                  <a:pt x="130039" y="74554"/>
                </a:cubicBezTo>
                <a:cubicBezTo>
                  <a:pt x="132504" y="78879"/>
                  <a:pt x="133945" y="83902"/>
                  <a:pt x="133945" y="8929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23950" y="1314447"/>
            <a:ext cx="2468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Dynamic Behavior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3950" y="1568350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• Heuristic • Obfuscation-Resistant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8950" y="1885947"/>
            <a:ext cx="54371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Behavioral Analysis Engine detects malware by observing </a:t>
            </a:r>
            <a:r>
              <a:rPr lang="en-US" sz="10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actions and API interactions</a:t>
            </a:r>
            <a:r>
              <a:rPr lang="en-US" sz="100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approach catches sophisticated threats that evade static analysis, including packed, obfuscated, and fileless malware.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675" y="2774948"/>
            <a:ext cx="5705475" cy="4895850"/>
          </a:xfrm>
          <a:custGeom>
            <a:avLst/>
            <a:gdLst/>
            <a:ahLst/>
            <a:cxnLst/>
            <a:rect l="l" t="t" r="r" b="b"/>
            <a:pathLst>
              <a:path w="5705475" h="4895850">
                <a:moveTo>
                  <a:pt x="63499" y="0"/>
                </a:moveTo>
                <a:lnTo>
                  <a:pt x="5641976" y="0"/>
                </a:lnTo>
                <a:cubicBezTo>
                  <a:pt x="5677045" y="0"/>
                  <a:pt x="5705475" y="28430"/>
                  <a:pt x="5705475" y="63499"/>
                </a:cubicBezTo>
                <a:lnTo>
                  <a:pt x="5705475" y="4832351"/>
                </a:lnTo>
                <a:cubicBezTo>
                  <a:pt x="5705475" y="4867420"/>
                  <a:pt x="5677045" y="4895850"/>
                  <a:pt x="5641976" y="4895850"/>
                </a:cubicBezTo>
                <a:lnTo>
                  <a:pt x="63499" y="4895850"/>
                </a:lnTo>
                <a:cubicBezTo>
                  <a:pt x="28430" y="4895850"/>
                  <a:pt x="0" y="4867420"/>
                  <a:pt x="0" y="48323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74662" y="292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84225" y="2905125"/>
            <a:ext cx="179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20+ Behavioral Patterns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" y="3222625"/>
            <a:ext cx="2674938" cy="984250"/>
          </a:xfrm>
          <a:custGeom>
            <a:avLst/>
            <a:gdLst/>
            <a:ahLst/>
            <a:cxnLst/>
            <a:rect l="l" t="t" r="r" b="b"/>
            <a:pathLst>
              <a:path w="2674938" h="984250">
                <a:moveTo>
                  <a:pt x="31752" y="0"/>
                </a:moveTo>
                <a:lnTo>
                  <a:pt x="2643186" y="0"/>
                </a:lnTo>
                <a:cubicBezTo>
                  <a:pt x="2660722" y="0"/>
                  <a:pt x="2674938" y="14216"/>
                  <a:pt x="2674938" y="31752"/>
                </a:cubicBezTo>
                <a:lnTo>
                  <a:pt x="2674938" y="952498"/>
                </a:lnTo>
                <a:cubicBezTo>
                  <a:pt x="2674938" y="970034"/>
                  <a:pt x="2660722" y="984250"/>
                  <a:pt x="2643186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77850" y="334962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42292"/>
                </a:lnTo>
                <a:cubicBezTo>
                  <a:pt x="95250" y="38075"/>
                  <a:pt x="93588" y="34032"/>
                  <a:pt x="90612" y="31055"/>
                </a:cubicBezTo>
                <a:lnTo>
                  <a:pt x="64170" y="4638"/>
                </a:lnTo>
                <a:cubicBezTo>
                  <a:pt x="61193" y="1662"/>
                  <a:pt x="57175" y="0"/>
                  <a:pt x="52958" y="0"/>
                </a:cubicBezTo>
                <a:lnTo>
                  <a:pt x="15875" y="0"/>
                </a:lnTo>
                <a:close/>
                <a:moveTo>
                  <a:pt x="80739" y="43656"/>
                </a:moveTo>
                <a:lnTo>
                  <a:pt x="57547" y="43656"/>
                </a:lnTo>
                <a:cubicBezTo>
                  <a:pt x="54248" y="43656"/>
                  <a:pt x="51594" y="41002"/>
                  <a:pt x="51594" y="37703"/>
                </a:cubicBezTo>
                <a:lnTo>
                  <a:pt x="51594" y="14511"/>
                </a:lnTo>
                <a:lnTo>
                  <a:pt x="80739" y="43656"/>
                </a:lnTo>
                <a:close/>
                <a:moveTo>
                  <a:pt x="15875" y="95250"/>
                </a:moveTo>
                <a:lnTo>
                  <a:pt x="15875" y="79375"/>
                </a:lnTo>
                <a:cubicBezTo>
                  <a:pt x="15875" y="74985"/>
                  <a:pt x="19422" y="71438"/>
                  <a:pt x="23812" y="71438"/>
                </a:cubicBezTo>
                <a:lnTo>
                  <a:pt x="71438" y="71438"/>
                </a:lnTo>
                <a:cubicBezTo>
                  <a:pt x="75828" y="71438"/>
                  <a:pt x="79375" y="74985"/>
                  <a:pt x="79375" y="79375"/>
                </a:cubicBezTo>
                <a:lnTo>
                  <a:pt x="79375" y="95250"/>
                </a:lnTo>
                <a:cubicBezTo>
                  <a:pt x="79375" y="99640"/>
                  <a:pt x="75828" y="103188"/>
                  <a:pt x="71438" y="103188"/>
                </a:cubicBezTo>
                <a:lnTo>
                  <a:pt x="23812" y="103188"/>
                </a:lnTo>
                <a:cubicBezTo>
                  <a:pt x="19422" y="103188"/>
                  <a:pt x="15875" y="99640"/>
                  <a:pt x="15875" y="95250"/>
                </a:cubicBezTo>
                <a:close/>
                <a:moveTo>
                  <a:pt x="21828" y="15875"/>
                </a:moveTo>
                <a:lnTo>
                  <a:pt x="33734" y="15875"/>
                </a:lnTo>
                <a:cubicBezTo>
                  <a:pt x="37033" y="15875"/>
                  <a:pt x="39688" y="18529"/>
                  <a:pt x="39688" y="21828"/>
                </a:cubicBezTo>
                <a:cubicBezTo>
                  <a:pt x="39688" y="25127"/>
                  <a:pt x="37033" y="27781"/>
                  <a:pt x="33734" y="27781"/>
                </a:cubicBezTo>
                <a:lnTo>
                  <a:pt x="21828" y="27781"/>
                </a:lnTo>
                <a:cubicBezTo>
                  <a:pt x="18529" y="27781"/>
                  <a:pt x="15875" y="25127"/>
                  <a:pt x="15875" y="21828"/>
                </a:cubicBezTo>
                <a:cubicBezTo>
                  <a:pt x="15875" y="18529"/>
                  <a:pt x="18529" y="15875"/>
                  <a:pt x="21828" y="15875"/>
                </a:cubicBezTo>
                <a:close/>
                <a:moveTo>
                  <a:pt x="21828" y="39688"/>
                </a:moveTo>
                <a:lnTo>
                  <a:pt x="33734" y="39688"/>
                </a:lnTo>
                <a:cubicBezTo>
                  <a:pt x="37033" y="39688"/>
                  <a:pt x="39688" y="42342"/>
                  <a:pt x="39688" y="45641"/>
                </a:cubicBezTo>
                <a:cubicBezTo>
                  <a:pt x="39688" y="48940"/>
                  <a:pt x="37033" y="51594"/>
                  <a:pt x="33734" y="51594"/>
                </a:cubicBezTo>
                <a:lnTo>
                  <a:pt x="21828" y="51594"/>
                </a:lnTo>
                <a:cubicBezTo>
                  <a:pt x="18529" y="51594"/>
                  <a:pt x="15875" y="48940"/>
                  <a:pt x="15875" y="45641"/>
                </a:cubicBezTo>
                <a:cubicBezTo>
                  <a:pt x="15875" y="42342"/>
                  <a:pt x="18529" y="39688"/>
                  <a:pt x="21828" y="39688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8350" y="3317875"/>
            <a:ext cx="73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File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6100" y="3571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Drop executable files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100" y="3762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Modify system directories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6100" y="3952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Encrypt user documents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2625" y="3222625"/>
            <a:ext cx="2674938" cy="984250"/>
          </a:xfrm>
          <a:custGeom>
            <a:avLst/>
            <a:gdLst/>
            <a:ahLst/>
            <a:cxnLst/>
            <a:rect l="l" t="t" r="r" b="b"/>
            <a:pathLst>
              <a:path w="2674938" h="984250">
                <a:moveTo>
                  <a:pt x="31752" y="0"/>
                </a:moveTo>
                <a:lnTo>
                  <a:pt x="2643186" y="0"/>
                </a:lnTo>
                <a:cubicBezTo>
                  <a:pt x="2660722" y="0"/>
                  <a:pt x="2674938" y="14216"/>
                  <a:pt x="2674938" y="31752"/>
                </a:cubicBezTo>
                <a:lnTo>
                  <a:pt x="2674938" y="952498"/>
                </a:lnTo>
                <a:cubicBezTo>
                  <a:pt x="2674938" y="970034"/>
                  <a:pt x="2660722" y="984250"/>
                  <a:pt x="2643186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325813" y="33496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1516" y="21828"/>
                </a:moveTo>
                <a:lnTo>
                  <a:pt x="81359" y="21828"/>
                </a:lnTo>
                <a:lnTo>
                  <a:pt x="81359" y="33734"/>
                </a:lnTo>
                <a:lnTo>
                  <a:pt x="61516" y="33734"/>
                </a:lnTo>
                <a:lnTo>
                  <a:pt x="61516" y="21828"/>
                </a:lnTo>
                <a:close/>
                <a:moveTo>
                  <a:pt x="59531" y="7938"/>
                </a:moveTo>
                <a:cubicBezTo>
                  <a:pt x="52958" y="7938"/>
                  <a:pt x="47625" y="13271"/>
                  <a:pt x="47625" y="19844"/>
                </a:cubicBezTo>
                <a:lnTo>
                  <a:pt x="47625" y="35719"/>
                </a:lnTo>
                <a:cubicBezTo>
                  <a:pt x="47625" y="42292"/>
                  <a:pt x="52958" y="47625"/>
                  <a:pt x="59531" y="47625"/>
                </a:cubicBezTo>
                <a:lnTo>
                  <a:pt x="63500" y="47625"/>
                </a:lnTo>
                <a:lnTo>
                  <a:pt x="63500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31750" y="71438"/>
                </a:lnTo>
                <a:lnTo>
                  <a:pt x="31750" y="79375"/>
                </a:lnTo>
                <a:lnTo>
                  <a:pt x="27781" y="79375"/>
                </a:lnTo>
                <a:cubicBezTo>
                  <a:pt x="21208" y="79375"/>
                  <a:pt x="15875" y="84708"/>
                  <a:pt x="15875" y="91281"/>
                </a:cubicBezTo>
                <a:lnTo>
                  <a:pt x="15875" y="107156"/>
                </a:lnTo>
                <a:cubicBezTo>
                  <a:pt x="15875" y="113729"/>
                  <a:pt x="21208" y="119063"/>
                  <a:pt x="27781" y="119063"/>
                </a:cubicBezTo>
                <a:lnTo>
                  <a:pt x="51594" y="119063"/>
                </a:lnTo>
                <a:cubicBezTo>
                  <a:pt x="58167" y="119063"/>
                  <a:pt x="63500" y="113729"/>
                  <a:pt x="63500" y="107156"/>
                </a:cubicBezTo>
                <a:lnTo>
                  <a:pt x="63500" y="91281"/>
                </a:lnTo>
                <a:cubicBezTo>
                  <a:pt x="63500" y="84708"/>
                  <a:pt x="58167" y="79375"/>
                  <a:pt x="51594" y="79375"/>
                </a:cubicBezTo>
                <a:lnTo>
                  <a:pt x="47625" y="79375"/>
                </a:lnTo>
                <a:lnTo>
                  <a:pt x="47625" y="71438"/>
                </a:lnTo>
                <a:lnTo>
                  <a:pt x="95250" y="71438"/>
                </a:lnTo>
                <a:lnTo>
                  <a:pt x="95250" y="79375"/>
                </a:lnTo>
                <a:lnTo>
                  <a:pt x="91281" y="79375"/>
                </a:lnTo>
                <a:cubicBezTo>
                  <a:pt x="84708" y="79375"/>
                  <a:pt x="79375" y="84708"/>
                  <a:pt x="79375" y="91281"/>
                </a:cubicBezTo>
                <a:lnTo>
                  <a:pt x="79375" y="107156"/>
                </a:lnTo>
                <a:cubicBezTo>
                  <a:pt x="79375" y="113729"/>
                  <a:pt x="84708" y="119063"/>
                  <a:pt x="91281" y="119063"/>
                </a:cubicBezTo>
                <a:lnTo>
                  <a:pt x="115094" y="119063"/>
                </a:lnTo>
                <a:cubicBezTo>
                  <a:pt x="121667" y="119063"/>
                  <a:pt x="127000" y="113729"/>
                  <a:pt x="127000" y="107156"/>
                </a:cubicBezTo>
                <a:lnTo>
                  <a:pt x="127000" y="91281"/>
                </a:lnTo>
                <a:cubicBezTo>
                  <a:pt x="127000" y="84708"/>
                  <a:pt x="121667" y="79375"/>
                  <a:pt x="115094" y="79375"/>
                </a:cubicBezTo>
                <a:lnTo>
                  <a:pt x="111125" y="79375"/>
                </a:lnTo>
                <a:lnTo>
                  <a:pt x="111125" y="71438"/>
                </a:lnTo>
                <a:lnTo>
                  <a:pt x="134938" y="71438"/>
                </a:lnTo>
                <a:cubicBezTo>
                  <a:pt x="139328" y="71438"/>
                  <a:pt x="142875" y="67890"/>
                  <a:pt x="142875" y="63500"/>
                </a:cubicBezTo>
                <a:cubicBezTo>
                  <a:pt x="142875" y="59110"/>
                  <a:pt x="139328" y="55563"/>
                  <a:pt x="134938" y="55563"/>
                </a:cubicBezTo>
                <a:lnTo>
                  <a:pt x="79375" y="55563"/>
                </a:lnTo>
                <a:lnTo>
                  <a:pt x="79375" y="47625"/>
                </a:lnTo>
                <a:lnTo>
                  <a:pt x="83344" y="47625"/>
                </a:lnTo>
                <a:cubicBezTo>
                  <a:pt x="89917" y="47625"/>
                  <a:pt x="95250" y="42292"/>
                  <a:pt x="95250" y="35719"/>
                </a:cubicBezTo>
                <a:lnTo>
                  <a:pt x="95250" y="19844"/>
                </a:lnTo>
                <a:cubicBezTo>
                  <a:pt x="95250" y="13271"/>
                  <a:pt x="89917" y="7938"/>
                  <a:pt x="83344" y="7938"/>
                </a:cubicBezTo>
                <a:lnTo>
                  <a:pt x="59531" y="7938"/>
                </a:lnTo>
                <a:close/>
                <a:moveTo>
                  <a:pt x="111125" y="93266"/>
                </a:moveTo>
                <a:lnTo>
                  <a:pt x="113109" y="93266"/>
                </a:lnTo>
                <a:lnTo>
                  <a:pt x="113109" y="105172"/>
                </a:lnTo>
                <a:lnTo>
                  <a:pt x="93266" y="105172"/>
                </a:lnTo>
                <a:lnTo>
                  <a:pt x="93266" y="93266"/>
                </a:lnTo>
                <a:lnTo>
                  <a:pt x="111125" y="93266"/>
                </a:lnTo>
                <a:close/>
                <a:moveTo>
                  <a:pt x="47625" y="93266"/>
                </a:moveTo>
                <a:lnTo>
                  <a:pt x="49609" y="93266"/>
                </a:lnTo>
                <a:lnTo>
                  <a:pt x="49609" y="105172"/>
                </a:lnTo>
                <a:lnTo>
                  <a:pt x="29766" y="105172"/>
                </a:lnTo>
                <a:lnTo>
                  <a:pt x="29766" y="93266"/>
                </a:lnTo>
                <a:lnTo>
                  <a:pt x="47625" y="93266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540125" y="3317875"/>
            <a:ext cx="56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17875" y="3571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 to C&amp;C servers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17875" y="3762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Download payloads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17875" y="3952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Spam network activity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850" y="4302125"/>
            <a:ext cx="2674938" cy="984250"/>
          </a:xfrm>
          <a:custGeom>
            <a:avLst/>
            <a:gdLst/>
            <a:ahLst/>
            <a:cxnLst/>
            <a:rect l="l" t="t" r="r" b="b"/>
            <a:pathLst>
              <a:path w="2674938" h="984250">
                <a:moveTo>
                  <a:pt x="31752" y="0"/>
                </a:moveTo>
                <a:lnTo>
                  <a:pt x="2643186" y="0"/>
                </a:lnTo>
                <a:cubicBezTo>
                  <a:pt x="2660722" y="0"/>
                  <a:pt x="2674938" y="14216"/>
                  <a:pt x="2674938" y="31752"/>
                </a:cubicBezTo>
                <a:lnTo>
                  <a:pt x="2674938" y="952498"/>
                </a:lnTo>
                <a:cubicBezTo>
                  <a:pt x="2674938" y="970034"/>
                  <a:pt x="2660722" y="984250"/>
                  <a:pt x="2643186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61975" y="4429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33586"/>
                </a:lnTo>
                <a:cubicBezTo>
                  <a:pt x="0" y="35272"/>
                  <a:pt x="1091" y="36711"/>
                  <a:pt x="2505" y="37629"/>
                </a:cubicBezTo>
                <a:cubicBezTo>
                  <a:pt x="5779" y="39762"/>
                  <a:pt x="7938" y="43433"/>
                  <a:pt x="7938" y="47625"/>
                </a:cubicBezTo>
                <a:cubicBezTo>
                  <a:pt x="7938" y="51817"/>
                  <a:pt x="5779" y="55488"/>
                  <a:pt x="2505" y="57621"/>
                </a:cubicBezTo>
                <a:cubicBezTo>
                  <a:pt x="1091" y="58539"/>
                  <a:pt x="0" y="59978"/>
                  <a:pt x="0" y="61664"/>
                </a:cubicBezTo>
                <a:lnTo>
                  <a:pt x="0" y="75406"/>
                </a:lnTo>
                <a:lnTo>
                  <a:pt x="127000" y="75406"/>
                </a:lnTo>
                <a:lnTo>
                  <a:pt x="127000" y="61664"/>
                </a:lnTo>
                <a:cubicBezTo>
                  <a:pt x="127000" y="59978"/>
                  <a:pt x="125909" y="58539"/>
                  <a:pt x="124495" y="57621"/>
                </a:cubicBezTo>
                <a:cubicBezTo>
                  <a:pt x="121221" y="55488"/>
                  <a:pt x="119063" y="51817"/>
                  <a:pt x="119063" y="47625"/>
                </a:cubicBezTo>
                <a:cubicBezTo>
                  <a:pt x="119063" y="43433"/>
                  <a:pt x="121221" y="39762"/>
                  <a:pt x="124495" y="37629"/>
                </a:cubicBezTo>
                <a:cubicBezTo>
                  <a:pt x="125909" y="36711"/>
                  <a:pt x="127000" y="35272"/>
                  <a:pt x="127000" y="33586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127000" y="103188"/>
                </a:moveTo>
                <a:lnTo>
                  <a:pt x="127000" y="87313"/>
                </a:lnTo>
                <a:lnTo>
                  <a:pt x="0" y="87313"/>
                </a:ln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23812" y="111125"/>
                </a:lnTo>
                <a:lnTo>
                  <a:pt x="23812" y="105172"/>
                </a:lnTo>
                <a:cubicBezTo>
                  <a:pt x="23812" y="101873"/>
                  <a:pt x="26467" y="99219"/>
                  <a:pt x="29766" y="99219"/>
                </a:cubicBezTo>
                <a:cubicBezTo>
                  <a:pt x="33065" y="99219"/>
                  <a:pt x="35719" y="101873"/>
                  <a:pt x="35719" y="105172"/>
                </a:cubicBezTo>
                <a:lnTo>
                  <a:pt x="35719" y="111125"/>
                </a:lnTo>
                <a:lnTo>
                  <a:pt x="57547" y="111125"/>
                </a:lnTo>
                <a:lnTo>
                  <a:pt x="57547" y="105172"/>
                </a:lnTo>
                <a:cubicBezTo>
                  <a:pt x="57547" y="101873"/>
                  <a:pt x="60201" y="99219"/>
                  <a:pt x="63500" y="99219"/>
                </a:cubicBezTo>
                <a:cubicBezTo>
                  <a:pt x="66799" y="99219"/>
                  <a:pt x="69453" y="101873"/>
                  <a:pt x="69453" y="105172"/>
                </a:cubicBezTo>
                <a:lnTo>
                  <a:pt x="69453" y="111125"/>
                </a:lnTo>
                <a:lnTo>
                  <a:pt x="91281" y="111125"/>
                </a:lnTo>
                <a:lnTo>
                  <a:pt x="91281" y="105172"/>
                </a:lnTo>
                <a:cubicBezTo>
                  <a:pt x="91281" y="101873"/>
                  <a:pt x="93935" y="99219"/>
                  <a:pt x="97234" y="99219"/>
                </a:cubicBezTo>
                <a:cubicBezTo>
                  <a:pt x="100533" y="99219"/>
                  <a:pt x="103188" y="101873"/>
                  <a:pt x="103188" y="105172"/>
                </a:cubicBezTo>
                <a:lnTo>
                  <a:pt x="103188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lose/>
                <a:moveTo>
                  <a:pt x="39688" y="39688"/>
                </a:moveTo>
                <a:lnTo>
                  <a:pt x="39688" y="55563"/>
                </a:lnTo>
                <a:cubicBezTo>
                  <a:pt x="39688" y="59953"/>
                  <a:pt x="36140" y="63500"/>
                  <a:pt x="31750" y="63500"/>
                </a:cubicBezTo>
                <a:cubicBezTo>
                  <a:pt x="27360" y="63500"/>
                  <a:pt x="23812" y="59953"/>
                  <a:pt x="23812" y="55563"/>
                </a:cubicBezTo>
                <a:lnTo>
                  <a:pt x="23812" y="39688"/>
                </a:lnTo>
                <a:cubicBezTo>
                  <a:pt x="23812" y="35297"/>
                  <a:pt x="27360" y="31750"/>
                  <a:pt x="31750" y="31750"/>
                </a:cubicBezTo>
                <a:cubicBezTo>
                  <a:pt x="36140" y="31750"/>
                  <a:pt x="39688" y="35297"/>
                  <a:pt x="39688" y="39688"/>
                </a:cubicBezTo>
                <a:close/>
                <a:moveTo>
                  <a:pt x="71438" y="39688"/>
                </a:moveTo>
                <a:lnTo>
                  <a:pt x="71438" y="55563"/>
                </a:lnTo>
                <a:cubicBezTo>
                  <a:pt x="71438" y="59953"/>
                  <a:pt x="67890" y="63500"/>
                  <a:pt x="63500" y="63500"/>
                </a:cubicBezTo>
                <a:cubicBezTo>
                  <a:pt x="59110" y="63500"/>
                  <a:pt x="55563" y="59953"/>
                  <a:pt x="55563" y="55563"/>
                </a:cubicBezTo>
                <a:lnTo>
                  <a:pt x="55563" y="39688"/>
                </a:lnTo>
                <a:cubicBezTo>
                  <a:pt x="55563" y="35297"/>
                  <a:pt x="59110" y="31750"/>
                  <a:pt x="63500" y="31750"/>
                </a:cubicBezTo>
                <a:cubicBezTo>
                  <a:pt x="67890" y="31750"/>
                  <a:pt x="71438" y="35297"/>
                  <a:pt x="71438" y="39688"/>
                </a:cubicBezTo>
                <a:close/>
                <a:moveTo>
                  <a:pt x="103188" y="39688"/>
                </a:moveTo>
                <a:lnTo>
                  <a:pt x="103188" y="55563"/>
                </a:lnTo>
                <a:cubicBezTo>
                  <a:pt x="103188" y="59953"/>
                  <a:pt x="99640" y="63500"/>
                  <a:pt x="95250" y="63500"/>
                </a:cubicBezTo>
                <a:cubicBezTo>
                  <a:pt x="90860" y="63500"/>
                  <a:pt x="87313" y="59953"/>
                  <a:pt x="87313" y="55563"/>
                </a:cubicBezTo>
                <a:lnTo>
                  <a:pt x="87313" y="39688"/>
                </a:lnTo>
                <a:cubicBezTo>
                  <a:pt x="87313" y="35297"/>
                  <a:pt x="90860" y="31750"/>
                  <a:pt x="95250" y="31750"/>
                </a:cubicBezTo>
                <a:cubicBezTo>
                  <a:pt x="99640" y="31750"/>
                  <a:pt x="103188" y="35297"/>
                  <a:pt x="103188" y="39688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68350" y="4397375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6100" y="4651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 injection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6100" y="4841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Memory dumping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100" y="5032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Hook installation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2625" y="4302125"/>
            <a:ext cx="2674938" cy="984250"/>
          </a:xfrm>
          <a:custGeom>
            <a:avLst/>
            <a:gdLst/>
            <a:ahLst/>
            <a:cxnLst/>
            <a:rect l="l" t="t" r="r" b="b"/>
            <a:pathLst>
              <a:path w="2674938" h="984250">
                <a:moveTo>
                  <a:pt x="31752" y="0"/>
                </a:moveTo>
                <a:lnTo>
                  <a:pt x="2643186" y="0"/>
                </a:lnTo>
                <a:cubicBezTo>
                  <a:pt x="2660722" y="0"/>
                  <a:pt x="2674938" y="14216"/>
                  <a:pt x="2674938" y="31752"/>
                </a:cubicBezTo>
                <a:lnTo>
                  <a:pt x="2674938" y="952498"/>
                </a:lnTo>
                <a:cubicBezTo>
                  <a:pt x="2674938" y="970034"/>
                  <a:pt x="2660722" y="984250"/>
                  <a:pt x="2643186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333750" y="4429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540125" y="4397375"/>
            <a:ext cx="54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Defense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17875" y="4651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Disable security tools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17875" y="48418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Modify registry keys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17875" y="5032375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UAC bypass attempts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62675" y="1114425"/>
            <a:ext cx="5705475" cy="2085975"/>
          </a:xfrm>
          <a:custGeom>
            <a:avLst/>
            <a:gdLst/>
            <a:ahLst/>
            <a:cxnLst/>
            <a:rect l="l" t="t" r="r" b="b"/>
            <a:pathLst>
              <a:path w="5705475" h="2085975">
                <a:moveTo>
                  <a:pt x="63497" y="0"/>
                </a:moveTo>
                <a:lnTo>
                  <a:pt x="5641978" y="0"/>
                </a:lnTo>
                <a:cubicBezTo>
                  <a:pt x="5677046" y="0"/>
                  <a:pt x="5705475" y="28429"/>
                  <a:pt x="5705475" y="63497"/>
                </a:cubicBezTo>
                <a:lnTo>
                  <a:pt x="5705475" y="2022478"/>
                </a:lnTo>
                <a:cubicBezTo>
                  <a:pt x="5705475" y="2057546"/>
                  <a:pt x="5677046" y="2085975"/>
                  <a:pt x="5641978" y="2085975"/>
                </a:cubicBezTo>
                <a:lnTo>
                  <a:pt x="63497" y="2085975"/>
                </a:lnTo>
                <a:cubicBezTo>
                  <a:pt x="28429" y="2085975"/>
                  <a:pt x="0" y="2057546"/>
                  <a:pt x="0" y="2022478"/>
                </a:cubicBezTo>
                <a:lnTo>
                  <a:pt x="0" y="63497"/>
                </a:lnTo>
                <a:cubicBezTo>
                  <a:pt x="0" y="28429"/>
                  <a:pt x="28429" y="0"/>
                  <a:pt x="63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304756" y="12604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626225" y="1244598"/>
            <a:ext cx="126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Call Analysis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92850" y="1562098"/>
            <a:ext cx="550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</a:t>
            </a:r>
            <a:r>
              <a:rPr lang="en-US" sz="1000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API calls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suspicious sequences indicating malicious behavior.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2850" y="1863723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31753" y="0"/>
                </a:moveTo>
                <a:lnTo>
                  <a:pt x="5413372" y="0"/>
                </a:lnTo>
                <a:cubicBezTo>
                  <a:pt x="5430909" y="0"/>
                  <a:pt x="5445125" y="14216"/>
                  <a:pt x="5445125" y="31753"/>
                </a:cubicBezTo>
                <a:lnTo>
                  <a:pt x="5445125" y="539747"/>
                </a:lnTo>
                <a:cubicBezTo>
                  <a:pt x="5445125" y="557284"/>
                  <a:pt x="5430909" y="571500"/>
                  <a:pt x="54133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388100" y="1958973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High-Risk APIs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8100" y="218122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CreateRemoteThread, VirtualAllocEx, WriteProcessMemory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2850" y="2498723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31753" y="0"/>
                </a:moveTo>
                <a:lnTo>
                  <a:pt x="5413372" y="0"/>
                </a:lnTo>
                <a:cubicBezTo>
                  <a:pt x="5430909" y="0"/>
                  <a:pt x="5445125" y="14216"/>
                  <a:pt x="5445125" y="31753"/>
                </a:cubicBezTo>
                <a:lnTo>
                  <a:pt x="5445125" y="539747"/>
                </a:lnTo>
                <a:cubicBezTo>
                  <a:pt x="5445125" y="557284"/>
                  <a:pt x="5430909" y="571500"/>
                  <a:pt x="54133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388100" y="2593973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Sequence Analysis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8100" y="281622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multi-call patterns like process injection chains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2675" y="3301997"/>
            <a:ext cx="5705475" cy="2879725"/>
          </a:xfrm>
          <a:custGeom>
            <a:avLst/>
            <a:gdLst/>
            <a:ahLst/>
            <a:cxnLst/>
            <a:rect l="l" t="t" r="r" b="b"/>
            <a:pathLst>
              <a:path w="5705475" h="2879725">
                <a:moveTo>
                  <a:pt x="63498" y="0"/>
                </a:moveTo>
                <a:lnTo>
                  <a:pt x="5641977" y="0"/>
                </a:lnTo>
                <a:cubicBezTo>
                  <a:pt x="5677046" y="0"/>
                  <a:pt x="5705475" y="28429"/>
                  <a:pt x="5705475" y="63498"/>
                </a:cubicBezTo>
                <a:lnTo>
                  <a:pt x="5705475" y="2816227"/>
                </a:lnTo>
                <a:cubicBezTo>
                  <a:pt x="5705475" y="2851296"/>
                  <a:pt x="5677046" y="2879725"/>
                  <a:pt x="5641977" y="2879725"/>
                </a:cubicBezTo>
                <a:lnTo>
                  <a:pt x="63498" y="2879725"/>
                </a:lnTo>
                <a:cubicBezTo>
                  <a:pt x="28429" y="2879725"/>
                  <a:pt x="0" y="2851296"/>
                  <a:pt x="0" y="28162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340475" y="344804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626225" y="3432174"/>
            <a:ext cx="172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Risk Scoring Algorithm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92850" y="3749674"/>
            <a:ext cx="550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risk assessment based on </a:t>
            </a:r>
            <a:r>
              <a:rPr lang="en-US" sz="100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 severity and frequency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2850" y="4051299"/>
            <a:ext cx="5445125" cy="984250"/>
          </a:xfrm>
          <a:custGeom>
            <a:avLst/>
            <a:gdLst/>
            <a:ahLst/>
            <a:cxnLst/>
            <a:rect l="l" t="t" r="r" b="b"/>
            <a:pathLst>
              <a:path w="5445125" h="984250">
                <a:moveTo>
                  <a:pt x="31752" y="0"/>
                </a:moveTo>
                <a:lnTo>
                  <a:pt x="5413373" y="0"/>
                </a:lnTo>
                <a:cubicBezTo>
                  <a:pt x="5430909" y="0"/>
                  <a:pt x="5445125" y="14216"/>
                  <a:pt x="5445125" y="31752"/>
                </a:cubicBezTo>
                <a:lnTo>
                  <a:pt x="5445125" y="952498"/>
                </a:lnTo>
                <a:cubicBezTo>
                  <a:pt x="5445125" y="970034"/>
                  <a:pt x="5430909" y="984250"/>
                  <a:pt x="5413373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88100" y="4162424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Behaviors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56652" y="4146549"/>
            <a:ext cx="56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+50 pts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88100" y="4448174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Patterns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61514" y="44322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+20 pts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8100" y="4733924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Operations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273234" y="4718049"/>
            <a:ext cx="44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-5 pts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62675" y="6283520"/>
            <a:ext cx="5705475" cy="1387475"/>
          </a:xfrm>
          <a:custGeom>
            <a:avLst/>
            <a:gdLst/>
            <a:ahLst/>
            <a:cxnLst/>
            <a:rect l="l" t="t" r="r" b="b"/>
            <a:pathLst>
              <a:path w="5705475" h="1387475">
                <a:moveTo>
                  <a:pt x="63505" y="0"/>
                </a:moveTo>
                <a:lnTo>
                  <a:pt x="5641970" y="0"/>
                </a:lnTo>
                <a:cubicBezTo>
                  <a:pt x="5677043" y="0"/>
                  <a:pt x="5705475" y="28432"/>
                  <a:pt x="5705475" y="63505"/>
                </a:cubicBezTo>
                <a:lnTo>
                  <a:pt x="5705475" y="1323970"/>
                </a:lnTo>
                <a:cubicBezTo>
                  <a:pt x="5705475" y="1359043"/>
                  <a:pt x="5677043" y="1387475"/>
                  <a:pt x="5641970" y="1387475"/>
                </a:cubicBezTo>
                <a:lnTo>
                  <a:pt x="63505" y="1387475"/>
                </a:lnTo>
                <a:cubicBezTo>
                  <a:pt x="28432" y="1387475"/>
                  <a:pt x="0" y="1359043"/>
                  <a:pt x="0" y="132397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316662" y="6429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6626225" y="6413698"/>
            <a:ext cx="153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Obfuscation Bypass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92850" y="6731198"/>
            <a:ext cx="550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analysis provides </a:t>
            </a:r>
            <a:r>
              <a:rPr lang="en-US" sz="1000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 better detection</a:t>
            </a:r>
            <a:r>
              <a:rPr lang="en-US" sz="100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heavily obfuscated samples.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92850" y="7032823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31750" y="0"/>
                </a:moveTo>
                <a:lnTo>
                  <a:pt x="2659063" y="0"/>
                </a:lnTo>
                <a:cubicBezTo>
                  <a:pt x="2676586" y="0"/>
                  <a:pt x="2690813" y="14227"/>
                  <a:pt x="2690813" y="31750"/>
                </a:cubicBezTo>
                <a:lnTo>
                  <a:pt x="2690813" y="476250"/>
                </a:lnTo>
                <a:cubicBezTo>
                  <a:pt x="2690813" y="493773"/>
                  <a:pt x="2676586" y="508000"/>
                  <a:pt x="265906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308725" y="7096323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32537" y="735022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Detection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48750" y="7032823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31750" y="0"/>
                </a:moveTo>
                <a:lnTo>
                  <a:pt x="2659063" y="0"/>
                </a:lnTo>
                <a:cubicBezTo>
                  <a:pt x="2676586" y="0"/>
                  <a:pt x="2690813" y="14227"/>
                  <a:pt x="2690813" y="31750"/>
                </a:cubicBezTo>
                <a:lnTo>
                  <a:pt x="2690813" y="476250"/>
                </a:lnTo>
                <a:cubicBezTo>
                  <a:pt x="2690813" y="493773"/>
                  <a:pt x="2676586" y="508000"/>
                  <a:pt x="265906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9064625" y="7096323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&lt;30s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088438" y="735022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452176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4809" y="519165"/>
            <a:ext cx="343319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0857" y="334945"/>
            <a:ext cx="375975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Analysis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0857" y="736879"/>
            <a:ext cx="3642527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File Characterization &amp; Extraction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1644" y="1179007"/>
            <a:ext cx="11510387" cy="1478782"/>
          </a:xfrm>
          <a:custGeom>
            <a:avLst/>
            <a:gdLst/>
            <a:ahLst/>
            <a:cxnLst/>
            <a:rect l="l" t="t" r="r" b="b"/>
            <a:pathLst>
              <a:path w="11510387" h="1478782">
                <a:moveTo>
                  <a:pt x="66989" y="0"/>
                </a:moveTo>
                <a:lnTo>
                  <a:pt x="11443398" y="0"/>
                </a:lnTo>
                <a:cubicBezTo>
                  <a:pt x="11480395" y="0"/>
                  <a:pt x="11510387" y="29992"/>
                  <a:pt x="11510387" y="66989"/>
                </a:cubicBezTo>
                <a:lnTo>
                  <a:pt x="11510387" y="1411794"/>
                </a:lnTo>
                <a:cubicBezTo>
                  <a:pt x="11510387" y="1448790"/>
                  <a:pt x="11480395" y="1478782"/>
                  <a:pt x="11443398" y="1478782"/>
                </a:cubicBezTo>
                <a:lnTo>
                  <a:pt x="66989" y="1478782"/>
                </a:lnTo>
                <a:cubicBezTo>
                  <a:pt x="29992" y="1478782"/>
                  <a:pt x="0" y="1448790"/>
                  <a:pt x="0" y="1411794"/>
                </a:cubicBezTo>
                <a:lnTo>
                  <a:pt x="0" y="66989"/>
                </a:lnTo>
                <a:cubicBezTo>
                  <a:pt x="0" y="29992"/>
                  <a:pt x="29992" y="0"/>
                  <a:pt x="669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15815" y="1353179"/>
            <a:ext cx="535912" cy="535912"/>
          </a:xfrm>
          <a:custGeom>
            <a:avLst/>
            <a:gdLst/>
            <a:ahLst/>
            <a:cxnLst/>
            <a:rect l="l" t="t" r="r" b="b"/>
            <a:pathLst>
              <a:path w="535912" h="535912">
                <a:moveTo>
                  <a:pt x="267956" y="0"/>
                </a:moveTo>
                <a:lnTo>
                  <a:pt x="267956" y="0"/>
                </a:lnTo>
                <a:cubicBezTo>
                  <a:pt x="415845" y="0"/>
                  <a:pt x="535912" y="120067"/>
                  <a:pt x="535912" y="267956"/>
                </a:cubicBezTo>
                <a:lnTo>
                  <a:pt x="535912" y="267956"/>
                </a:lnTo>
                <a:cubicBezTo>
                  <a:pt x="535912" y="415845"/>
                  <a:pt x="415845" y="535912"/>
                  <a:pt x="267956" y="535912"/>
                </a:cubicBezTo>
                <a:lnTo>
                  <a:pt x="267956" y="535912"/>
                </a:lnTo>
                <a:cubicBezTo>
                  <a:pt x="120067" y="535912"/>
                  <a:pt x="0" y="415845"/>
                  <a:pt x="0" y="267956"/>
                </a:cubicBezTo>
                <a:lnTo>
                  <a:pt x="0" y="267956"/>
                </a:lnTo>
                <a:cubicBezTo>
                  <a:pt x="0" y="120067"/>
                  <a:pt x="120067" y="0"/>
                  <a:pt x="26795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0260" y="1495530"/>
            <a:ext cx="251209" cy="251209"/>
          </a:xfrm>
          <a:custGeom>
            <a:avLst/>
            <a:gdLst/>
            <a:ahLst/>
            <a:cxnLst/>
            <a:rect l="l" t="t" r="r" b="b"/>
            <a:pathLst>
              <a:path w="251209" h="251209">
                <a:moveTo>
                  <a:pt x="86353" y="0"/>
                </a:moveTo>
                <a:cubicBezTo>
                  <a:pt x="73351" y="0"/>
                  <a:pt x="62802" y="10549"/>
                  <a:pt x="62802" y="23551"/>
                </a:cubicBezTo>
                <a:lnTo>
                  <a:pt x="62802" y="125604"/>
                </a:lnTo>
                <a:cubicBezTo>
                  <a:pt x="62802" y="138606"/>
                  <a:pt x="73351" y="149155"/>
                  <a:pt x="86353" y="149155"/>
                </a:cubicBezTo>
                <a:lnTo>
                  <a:pt x="117754" y="149155"/>
                </a:lnTo>
                <a:cubicBezTo>
                  <a:pt x="130756" y="149155"/>
                  <a:pt x="141305" y="138606"/>
                  <a:pt x="141305" y="125604"/>
                </a:cubicBezTo>
                <a:lnTo>
                  <a:pt x="141305" y="94203"/>
                </a:lnTo>
                <a:lnTo>
                  <a:pt x="157005" y="94203"/>
                </a:lnTo>
                <a:cubicBezTo>
                  <a:pt x="191694" y="94203"/>
                  <a:pt x="219808" y="122317"/>
                  <a:pt x="219808" y="157005"/>
                </a:cubicBezTo>
                <a:cubicBezTo>
                  <a:pt x="219808" y="191694"/>
                  <a:pt x="191694" y="219808"/>
                  <a:pt x="157005" y="219808"/>
                </a:cubicBezTo>
                <a:lnTo>
                  <a:pt x="15701" y="219808"/>
                </a:lnTo>
                <a:cubicBezTo>
                  <a:pt x="7016" y="219808"/>
                  <a:pt x="0" y="226824"/>
                  <a:pt x="0" y="235508"/>
                </a:cubicBezTo>
                <a:cubicBezTo>
                  <a:pt x="0" y="244193"/>
                  <a:pt x="7016" y="251209"/>
                  <a:pt x="15701" y="251209"/>
                </a:cubicBezTo>
                <a:lnTo>
                  <a:pt x="235508" y="251209"/>
                </a:lnTo>
                <a:cubicBezTo>
                  <a:pt x="244193" y="251209"/>
                  <a:pt x="251209" y="244193"/>
                  <a:pt x="251209" y="235508"/>
                </a:cubicBezTo>
                <a:cubicBezTo>
                  <a:pt x="251209" y="226824"/>
                  <a:pt x="244193" y="219808"/>
                  <a:pt x="235508" y="219808"/>
                </a:cubicBezTo>
                <a:lnTo>
                  <a:pt x="227216" y="219808"/>
                </a:lnTo>
                <a:cubicBezTo>
                  <a:pt x="242132" y="203126"/>
                  <a:pt x="251209" y="181145"/>
                  <a:pt x="251209" y="157005"/>
                </a:cubicBezTo>
                <a:cubicBezTo>
                  <a:pt x="251209" y="104997"/>
                  <a:pt x="209014" y="62802"/>
                  <a:pt x="157005" y="62802"/>
                </a:cubicBezTo>
                <a:lnTo>
                  <a:pt x="141305" y="62802"/>
                </a:lnTo>
                <a:lnTo>
                  <a:pt x="141305" y="23551"/>
                </a:lnTo>
                <a:cubicBezTo>
                  <a:pt x="141305" y="10549"/>
                  <a:pt x="130756" y="0"/>
                  <a:pt x="117754" y="0"/>
                </a:cubicBezTo>
                <a:lnTo>
                  <a:pt x="86353" y="0"/>
                </a:lnTo>
                <a:close/>
                <a:moveTo>
                  <a:pt x="58877" y="172706"/>
                </a:moveTo>
                <a:cubicBezTo>
                  <a:pt x="52352" y="172706"/>
                  <a:pt x="47102" y="177956"/>
                  <a:pt x="47102" y="184481"/>
                </a:cubicBezTo>
                <a:cubicBezTo>
                  <a:pt x="47102" y="191007"/>
                  <a:pt x="52352" y="196257"/>
                  <a:pt x="58877" y="196257"/>
                </a:cubicBezTo>
                <a:lnTo>
                  <a:pt x="145230" y="196257"/>
                </a:lnTo>
                <a:cubicBezTo>
                  <a:pt x="151756" y="196257"/>
                  <a:pt x="157005" y="191007"/>
                  <a:pt x="157005" y="184481"/>
                </a:cubicBezTo>
                <a:cubicBezTo>
                  <a:pt x="157005" y="177956"/>
                  <a:pt x="151756" y="172706"/>
                  <a:pt x="145230" y="172706"/>
                </a:cubicBezTo>
                <a:lnTo>
                  <a:pt x="58877" y="172706"/>
                </a:ln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85706" y="1386673"/>
            <a:ext cx="3064747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File Inspection 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5706" y="1654523"/>
            <a:ext cx="303125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 • Analysis • Normalization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5815" y="1989574"/>
            <a:ext cx="11237407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Analysis Layer performs </a:t>
            </a:r>
            <a:r>
              <a:rPr lang="en-US" sz="1187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file introspection</a:t>
            </a:r>
            <a:r>
              <a:rPr lang="en-US" sz="1187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extracting fundamental characteristics that higher-level engines depend on. It normalizes diverse file formats into structured data, enabling consistent analysis across all detection methods.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295" y="2797630"/>
            <a:ext cx="2192215" cy="3825073"/>
          </a:xfrm>
          <a:custGeom>
            <a:avLst/>
            <a:gdLst/>
            <a:ahLst/>
            <a:cxnLst/>
            <a:rect l="l" t="t" r="r" b="b"/>
            <a:pathLst>
              <a:path w="2192215" h="3825073">
                <a:moveTo>
                  <a:pt x="66994" y="0"/>
                </a:moveTo>
                <a:lnTo>
                  <a:pt x="2125221" y="0"/>
                </a:lnTo>
                <a:cubicBezTo>
                  <a:pt x="2162221" y="0"/>
                  <a:pt x="2192215" y="29994"/>
                  <a:pt x="2192215" y="66994"/>
                </a:cubicBezTo>
                <a:lnTo>
                  <a:pt x="2192215" y="3758078"/>
                </a:lnTo>
                <a:cubicBezTo>
                  <a:pt x="2192215" y="3795078"/>
                  <a:pt x="2162221" y="3825073"/>
                  <a:pt x="2125221" y="3825073"/>
                </a:cubicBezTo>
                <a:lnTo>
                  <a:pt x="66994" y="3825073"/>
                </a:lnTo>
                <a:cubicBezTo>
                  <a:pt x="29994" y="3825073"/>
                  <a:pt x="0" y="3795078"/>
                  <a:pt x="0" y="375807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00743" y="2951703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84273" y="275"/>
                </a:moveTo>
                <a:cubicBezTo>
                  <a:pt x="91063" y="1727"/>
                  <a:pt x="95381" y="8400"/>
                  <a:pt x="93929" y="15190"/>
                </a:cubicBezTo>
                <a:lnTo>
                  <a:pt x="86432" y="50242"/>
                </a:lnTo>
                <a:lnTo>
                  <a:pt x="136085" y="50242"/>
                </a:lnTo>
                <a:lnTo>
                  <a:pt x="144720" y="9931"/>
                </a:lnTo>
                <a:cubicBezTo>
                  <a:pt x="146172" y="3140"/>
                  <a:pt x="152845" y="-1178"/>
                  <a:pt x="159635" y="275"/>
                </a:cubicBezTo>
                <a:cubicBezTo>
                  <a:pt x="166426" y="1727"/>
                  <a:pt x="170743" y="8400"/>
                  <a:pt x="169291" y="15190"/>
                </a:cubicBezTo>
                <a:lnTo>
                  <a:pt x="161794" y="50242"/>
                </a:lnTo>
                <a:lnTo>
                  <a:pt x="188407" y="50242"/>
                </a:lnTo>
                <a:cubicBezTo>
                  <a:pt x="195354" y="50242"/>
                  <a:pt x="200967" y="55855"/>
                  <a:pt x="200967" y="62802"/>
                </a:cubicBezTo>
                <a:cubicBezTo>
                  <a:pt x="200967" y="69750"/>
                  <a:pt x="195354" y="75363"/>
                  <a:pt x="188407" y="75363"/>
                </a:cubicBezTo>
                <a:lnTo>
                  <a:pt x="156377" y="75363"/>
                </a:lnTo>
                <a:lnTo>
                  <a:pt x="145623" y="125604"/>
                </a:lnTo>
                <a:lnTo>
                  <a:pt x="172235" y="125604"/>
                </a:lnTo>
                <a:cubicBezTo>
                  <a:pt x="179183" y="125604"/>
                  <a:pt x="184795" y="131217"/>
                  <a:pt x="184795" y="138165"/>
                </a:cubicBezTo>
                <a:cubicBezTo>
                  <a:pt x="184795" y="145112"/>
                  <a:pt x="179183" y="150725"/>
                  <a:pt x="172235" y="150725"/>
                </a:cubicBezTo>
                <a:lnTo>
                  <a:pt x="140206" y="150725"/>
                </a:lnTo>
                <a:lnTo>
                  <a:pt x="131571" y="191036"/>
                </a:lnTo>
                <a:cubicBezTo>
                  <a:pt x="130118" y="197827"/>
                  <a:pt x="123446" y="202145"/>
                  <a:pt x="116655" y="200692"/>
                </a:cubicBezTo>
                <a:cubicBezTo>
                  <a:pt x="109865" y="199240"/>
                  <a:pt x="105547" y="192567"/>
                  <a:pt x="106999" y="185777"/>
                </a:cubicBezTo>
                <a:lnTo>
                  <a:pt x="114496" y="150725"/>
                </a:lnTo>
                <a:lnTo>
                  <a:pt x="64843" y="150725"/>
                </a:lnTo>
                <a:lnTo>
                  <a:pt x="56208" y="191036"/>
                </a:lnTo>
                <a:cubicBezTo>
                  <a:pt x="54756" y="197827"/>
                  <a:pt x="48083" y="202145"/>
                  <a:pt x="41292" y="200692"/>
                </a:cubicBezTo>
                <a:cubicBezTo>
                  <a:pt x="34502" y="199240"/>
                  <a:pt x="30184" y="192567"/>
                  <a:pt x="31637" y="185777"/>
                </a:cubicBezTo>
                <a:lnTo>
                  <a:pt x="39173" y="150725"/>
                </a:lnTo>
                <a:lnTo>
                  <a:pt x="12560" y="150725"/>
                </a:lnTo>
                <a:cubicBezTo>
                  <a:pt x="5613" y="150725"/>
                  <a:pt x="0" y="145112"/>
                  <a:pt x="0" y="138165"/>
                </a:cubicBezTo>
                <a:cubicBezTo>
                  <a:pt x="0" y="131217"/>
                  <a:pt x="5613" y="125604"/>
                  <a:pt x="12560" y="125604"/>
                </a:cubicBezTo>
                <a:lnTo>
                  <a:pt x="44590" y="125604"/>
                </a:lnTo>
                <a:lnTo>
                  <a:pt x="55344" y="75363"/>
                </a:lnTo>
                <a:lnTo>
                  <a:pt x="28732" y="75363"/>
                </a:lnTo>
                <a:cubicBezTo>
                  <a:pt x="21785" y="75363"/>
                  <a:pt x="16172" y="69750"/>
                  <a:pt x="16172" y="62802"/>
                </a:cubicBezTo>
                <a:cubicBezTo>
                  <a:pt x="16172" y="55855"/>
                  <a:pt x="21785" y="50242"/>
                  <a:pt x="28732" y="50242"/>
                </a:cubicBezTo>
                <a:lnTo>
                  <a:pt x="60761" y="50242"/>
                </a:lnTo>
                <a:lnTo>
                  <a:pt x="69396" y="9931"/>
                </a:lnTo>
                <a:cubicBezTo>
                  <a:pt x="70809" y="3140"/>
                  <a:pt x="77482" y="-1178"/>
                  <a:pt x="84273" y="275"/>
                </a:cubicBezTo>
                <a:close/>
                <a:moveTo>
                  <a:pt x="81015" y="75363"/>
                </a:moveTo>
                <a:lnTo>
                  <a:pt x="70260" y="125604"/>
                </a:lnTo>
                <a:lnTo>
                  <a:pt x="119913" y="125604"/>
                </a:lnTo>
                <a:lnTo>
                  <a:pt x="130668" y="75363"/>
                </a:lnTo>
                <a:lnTo>
                  <a:pt x="81015" y="75363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7314" y="2934956"/>
            <a:ext cx="130628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Hash Calculator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622" y="3269901"/>
            <a:ext cx="1984549" cy="1473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</a:t>
            </a:r>
            <a:r>
              <a:rPr lang="en-US" sz="105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cryptographic hashes</a:t>
            </a: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sample identification and threat intelligence.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622" y="4846760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2611" y="4913749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MD5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611" y="5114716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lookup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622" y="5416166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2611" y="5483155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SHA-1/256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611" y="5684122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622" y="5985573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2611" y="6052562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SSDEEP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611" y="6253529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Fuzzy matching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69512" y="2797630"/>
            <a:ext cx="2192215" cy="3825073"/>
          </a:xfrm>
          <a:custGeom>
            <a:avLst/>
            <a:gdLst/>
            <a:ahLst/>
            <a:cxnLst/>
            <a:rect l="l" t="t" r="r" b="b"/>
            <a:pathLst>
              <a:path w="2192215" h="3825073">
                <a:moveTo>
                  <a:pt x="66994" y="0"/>
                </a:moveTo>
                <a:lnTo>
                  <a:pt x="2125221" y="0"/>
                </a:lnTo>
                <a:cubicBezTo>
                  <a:pt x="2162221" y="0"/>
                  <a:pt x="2192215" y="29994"/>
                  <a:pt x="2192215" y="66994"/>
                </a:cubicBezTo>
                <a:lnTo>
                  <a:pt x="2192215" y="3758078"/>
                </a:lnTo>
                <a:cubicBezTo>
                  <a:pt x="2192215" y="3795078"/>
                  <a:pt x="2162221" y="3825073"/>
                  <a:pt x="2125221" y="3825073"/>
                </a:cubicBezTo>
                <a:lnTo>
                  <a:pt x="66994" y="3825073"/>
                </a:lnTo>
                <a:cubicBezTo>
                  <a:pt x="29994" y="3825073"/>
                  <a:pt x="0" y="3795078"/>
                  <a:pt x="0" y="375807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831961" y="2951703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2560" y="12560"/>
                </a:moveTo>
                <a:cubicBezTo>
                  <a:pt x="19508" y="12560"/>
                  <a:pt x="25121" y="18173"/>
                  <a:pt x="25121" y="25121"/>
                </a:cubicBezTo>
                <a:lnTo>
                  <a:pt x="25121" y="157005"/>
                </a:lnTo>
                <a:cubicBezTo>
                  <a:pt x="25121" y="160460"/>
                  <a:pt x="27947" y="163286"/>
                  <a:pt x="31401" y="163286"/>
                </a:cubicBezTo>
                <a:lnTo>
                  <a:pt x="188407" y="163286"/>
                </a:lnTo>
                <a:cubicBezTo>
                  <a:pt x="195354" y="163286"/>
                  <a:pt x="200967" y="168899"/>
                  <a:pt x="200967" y="175846"/>
                </a:cubicBezTo>
                <a:cubicBezTo>
                  <a:pt x="200967" y="182794"/>
                  <a:pt x="195354" y="188407"/>
                  <a:pt x="188407" y="188407"/>
                </a:cubicBezTo>
                <a:lnTo>
                  <a:pt x="31401" y="188407"/>
                </a:lnTo>
                <a:cubicBezTo>
                  <a:pt x="14052" y="188407"/>
                  <a:pt x="0" y="174355"/>
                  <a:pt x="0" y="157005"/>
                </a:cubicBezTo>
                <a:lnTo>
                  <a:pt x="0" y="25121"/>
                </a:lnTo>
                <a:cubicBezTo>
                  <a:pt x="0" y="18173"/>
                  <a:pt x="5613" y="12560"/>
                  <a:pt x="12560" y="12560"/>
                </a:cubicBezTo>
                <a:close/>
                <a:moveTo>
                  <a:pt x="94203" y="37681"/>
                </a:moveTo>
                <a:cubicBezTo>
                  <a:pt x="96833" y="37681"/>
                  <a:pt x="99345" y="38780"/>
                  <a:pt x="101151" y="40743"/>
                </a:cubicBezTo>
                <a:lnTo>
                  <a:pt x="129059" y="71163"/>
                </a:lnTo>
                <a:lnTo>
                  <a:pt x="147193" y="52989"/>
                </a:lnTo>
                <a:cubicBezTo>
                  <a:pt x="150882" y="49300"/>
                  <a:pt x="156848" y="49300"/>
                  <a:pt x="160499" y="52989"/>
                </a:cubicBezTo>
                <a:lnTo>
                  <a:pt x="185620" y="78110"/>
                </a:lnTo>
                <a:cubicBezTo>
                  <a:pt x="187386" y="79877"/>
                  <a:pt x="188367" y="82271"/>
                  <a:pt x="188367" y="84783"/>
                </a:cubicBezTo>
                <a:lnTo>
                  <a:pt x="188367" y="128745"/>
                </a:lnTo>
                <a:cubicBezTo>
                  <a:pt x="188367" y="133965"/>
                  <a:pt x="184167" y="138165"/>
                  <a:pt x="178947" y="138165"/>
                </a:cubicBezTo>
                <a:lnTo>
                  <a:pt x="59623" y="138165"/>
                </a:lnTo>
                <a:cubicBezTo>
                  <a:pt x="54402" y="138165"/>
                  <a:pt x="50203" y="133965"/>
                  <a:pt x="50203" y="128745"/>
                </a:cubicBezTo>
                <a:lnTo>
                  <a:pt x="50203" y="84783"/>
                </a:lnTo>
                <a:cubicBezTo>
                  <a:pt x="50203" y="82428"/>
                  <a:pt x="51105" y="80151"/>
                  <a:pt x="52675" y="78424"/>
                </a:cubicBezTo>
                <a:lnTo>
                  <a:pt x="87217" y="40743"/>
                </a:lnTo>
                <a:cubicBezTo>
                  <a:pt x="88983" y="38780"/>
                  <a:pt x="91534" y="37681"/>
                  <a:pt x="94164" y="37681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158532" y="2934956"/>
            <a:ext cx="137327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Entropy Analyzer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806840" y="3269901"/>
            <a:ext cx="1984549" cy="237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</a:t>
            </a:r>
            <a:r>
              <a:rPr lang="en-US" sz="1055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randomness</a:t>
            </a: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packed/encrypted sections.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06840" y="5751111"/>
            <a:ext cx="1917560" cy="334945"/>
          </a:xfrm>
          <a:custGeom>
            <a:avLst/>
            <a:gdLst/>
            <a:ahLst/>
            <a:cxnLst/>
            <a:rect l="l" t="t" r="r" b="b"/>
            <a:pathLst>
              <a:path w="1917560" h="334945">
                <a:moveTo>
                  <a:pt x="33495" y="0"/>
                </a:moveTo>
                <a:lnTo>
                  <a:pt x="1884066" y="0"/>
                </a:lnTo>
                <a:cubicBezTo>
                  <a:pt x="1902564" y="0"/>
                  <a:pt x="1917560" y="14996"/>
                  <a:pt x="1917560" y="33495"/>
                </a:cubicBezTo>
                <a:lnTo>
                  <a:pt x="1917560" y="301451"/>
                </a:lnTo>
                <a:cubicBezTo>
                  <a:pt x="1917560" y="319949"/>
                  <a:pt x="1902564" y="334945"/>
                  <a:pt x="1884066" y="334945"/>
                </a:cubicBezTo>
                <a:lnTo>
                  <a:pt x="33495" y="334945"/>
                </a:lnTo>
                <a:cubicBezTo>
                  <a:pt x="14996" y="334945"/>
                  <a:pt x="0" y="319949"/>
                  <a:pt x="0" y="301451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873829" y="5818100"/>
            <a:ext cx="57778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(0-6)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34937" y="5818100"/>
            <a:ext cx="686637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Text/Data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06840" y="6153045"/>
            <a:ext cx="1917560" cy="334945"/>
          </a:xfrm>
          <a:custGeom>
            <a:avLst/>
            <a:gdLst/>
            <a:ahLst/>
            <a:cxnLst/>
            <a:rect l="l" t="t" r="r" b="b"/>
            <a:pathLst>
              <a:path w="1917560" h="334945">
                <a:moveTo>
                  <a:pt x="33495" y="0"/>
                </a:moveTo>
                <a:lnTo>
                  <a:pt x="1884066" y="0"/>
                </a:lnTo>
                <a:cubicBezTo>
                  <a:pt x="1902564" y="0"/>
                  <a:pt x="1917560" y="14996"/>
                  <a:pt x="1917560" y="33495"/>
                </a:cubicBezTo>
                <a:lnTo>
                  <a:pt x="1917560" y="301451"/>
                </a:lnTo>
                <a:cubicBezTo>
                  <a:pt x="1917560" y="319949"/>
                  <a:pt x="1902564" y="334945"/>
                  <a:pt x="1884066" y="334945"/>
                </a:cubicBezTo>
                <a:lnTo>
                  <a:pt x="33495" y="334945"/>
                </a:lnTo>
                <a:cubicBezTo>
                  <a:pt x="14996" y="334945"/>
                  <a:pt x="0" y="319949"/>
                  <a:pt x="0" y="301451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873829" y="6220034"/>
            <a:ext cx="569407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(7-8)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0434" y="6220034"/>
            <a:ext cx="121417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Packed/Encrypted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00730" y="2797630"/>
            <a:ext cx="2192215" cy="3825073"/>
          </a:xfrm>
          <a:custGeom>
            <a:avLst/>
            <a:gdLst/>
            <a:ahLst/>
            <a:cxnLst/>
            <a:rect l="l" t="t" r="r" b="b"/>
            <a:pathLst>
              <a:path w="2192215" h="3825073">
                <a:moveTo>
                  <a:pt x="66994" y="0"/>
                </a:moveTo>
                <a:lnTo>
                  <a:pt x="2125221" y="0"/>
                </a:lnTo>
                <a:cubicBezTo>
                  <a:pt x="2162221" y="0"/>
                  <a:pt x="2192215" y="29994"/>
                  <a:pt x="2192215" y="66994"/>
                </a:cubicBezTo>
                <a:lnTo>
                  <a:pt x="2192215" y="3758078"/>
                </a:lnTo>
                <a:cubicBezTo>
                  <a:pt x="2192215" y="3795078"/>
                  <a:pt x="2162221" y="3825073"/>
                  <a:pt x="2125221" y="3825073"/>
                </a:cubicBezTo>
                <a:lnTo>
                  <a:pt x="66994" y="3825073"/>
                </a:lnTo>
                <a:cubicBezTo>
                  <a:pt x="29994" y="3825073"/>
                  <a:pt x="0" y="3795078"/>
                  <a:pt x="0" y="375807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163178" y="2951703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11906" y="19900"/>
                </a:moveTo>
                <a:cubicBezTo>
                  <a:pt x="109865" y="15426"/>
                  <a:pt x="105390" y="12560"/>
                  <a:pt x="100484" y="12560"/>
                </a:cubicBezTo>
                <a:cubicBezTo>
                  <a:pt x="95577" y="12560"/>
                  <a:pt x="91102" y="15426"/>
                  <a:pt x="89061" y="19900"/>
                </a:cubicBezTo>
                <a:lnTo>
                  <a:pt x="23355" y="163286"/>
                </a:lnTo>
                <a:lnTo>
                  <a:pt x="18841" y="163286"/>
                </a:lnTo>
                <a:cubicBezTo>
                  <a:pt x="11893" y="163286"/>
                  <a:pt x="6280" y="168899"/>
                  <a:pt x="6280" y="175846"/>
                </a:cubicBezTo>
                <a:cubicBezTo>
                  <a:pt x="6280" y="182794"/>
                  <a:pt x="11893" y="188407"/>
                  <a:pt x="18841" y="188407"/>
                </a:cubicBezTo>
                <a:lnTo>
                  <a:pt x="53382" y="188407"/>
                </a:lnTo>
                <a:cubicBezTo>
                  <a:pt x="60329" y="188407"/>
                  <a:pt x="65942" y="182794"/>
                  <a:pt x="65942" y="175846"/>
                </a:cubicBezTo>
                <a:cubicBezTo>
                  <a:pt x="65942" y="168899"/>
                  <a:pt x="60329" y="163286"/>
                  <a:pt x="53382" y="163286"/>
                </a:cubicBezTo>
                <a:lnTo>
                  <a:pt x="50988" y="163286"/>
                </a:lnTo>
                <a:lnTo>
                  <a:pt x="59623" y="144445"/>
                </a:lnTo>
                <a:lnTo>
                  <a:pt x="141383" y="144445"/>
                </a:lnTo>
                <a:lnTo>
                  <a:pt x="150019" y="163286"/>
                </a:lnTo>
                <a:lnTo>
                  <a:pt x="147624" y="163286"/>
                </a:lnTo>
                <a:cubicBezTo>
                  <a:pt x="140677" y="163286"/>
                  <a:pt x="135064" y="168899"/>
                  <a:pt x="135064" y="175846"/>
                </a:cubicBezTo>
                <a:cubicBezTo>
                  <a:pt x="135064" y="182794"/>
                  <a:pt x="140677" y="188407"/>
                  <a:pt x="147624" y="188407"/>
                </a:cubicBezTo>
                <a:lnTo>
                  <a:pt x="182166" y="188407"/>
                </a:lnTo>
                <a:cubicBezTo>
                  <a:pt x="189113" y="188407"/>
                  <a:pt x="194726" y="182794"/>
                  <a:pt x="194726" y="175846"/>
                </a:cubicBezTo>
                <a:cubicBezTo>
                  <a:pt x="194726" y="168899"/>
                  <a:pt x="189113" y="163286"/>
                  <a:pt x="182166" y="163286"/>
                </a:cubicBezTo>
                <a:lnTo>
                  <a:pt x="177652" y="163286"/>
                </a:lnTo>
                <a:lnTo>
                  <a:pt x="111945" y="19900"/>
                </a:lnTo>
                <a:close/>
                <a:moveTo>
                  <a:pt x="129844" y="119324"/>
                </a:moveTo>
                <a:lnTo>
                  <a:pt x="71123" y="119324"/>
                </a:lnTo>
                <a:lnTo>
                  <a:pt x="100484" y="55266"/>
                </a:lnTo>
                <a:lnTo>
                  <a:pt x="129844" y="119324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489750" y="2934956"/>
            <a:ext cx="128953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String Extractor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38057" y="3269901"/>
            <a:ext cx="1984549" cy="204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</a:t>
            </a:r>
            <a:r>
              <a:rPr lang="en-US" sz="105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 strings</a:t>
            </a: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intelligence gathering.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38057" y="5416166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205046" y="5483155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ASCII/Unicode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05046" y="5684122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encodings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38057" y="5985573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205046" y="6052562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05046" y="6253529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URLs, IPs, emails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1947" y="2797630"/>
            <a:ext cx="2192215" cy="3825073"/>
          </a:xfrm>
          <a:custGeom>
            <a:avLst/>
            <a:gdLst/>
            <a:ahLst/>
            <a:cxnLst/>
            <a:rect l="l" t="t" r="r" b="b"/>
            <a:pathLst>
              <a:path w="2192215" h="3825073">
                <a:moveTo>
                  <a:pt x="66994" y="0"/>
                </a:moveTo>
                <a:lnTo>
                  <a:pt x="2125221" y="0"/>
                </a:lnTo>
                <a:cubicBezTo>
                  <a:pt x="2162221" y="0"/>
                  <a:pt x="2192215" y="29994"/>
                  <a:pt x="2192215" y="66994"/>
                </a:cubicBezTo>
                <a:lnTo>
                  <a:pt x="2192215" y="3758078"/>
                </a:lnTo>
                <a:cubicBezTo>
                  <a:pt x="2192215" y="3795078"/>
                  <a:pt x="2162221" y="3825073"/>
                  <a:pt x="2125221" y="3825073"/>
                </a:cubicBezTo>
                <a:lnTo>
                  <a:pt x="66994" y="3825073"/>
                </a:lnTo>
                <a:cubicBezTo>
                  <a:pt x="29994" y="3825073"/>
                  <a:pt x="0" y="3795078"/>
                  <a:pt x="0" y="375807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7519516" y="2951703"/>
            <a:ext cx="150725" cy="200967"/>
          </a:xfrm>
          <a:custGeom>
            <a:avLst/>
            <a:gdLst/>
            <a:ahLst/>
            <a:cxnLst/>
            <a:rect l="l" t="t" r="r" b="b"/>
            <a:pathLst>
              <a:path w="150725" h="200967">
                <a:moveTo>
                  <a:pt x="0" y="25121"/>
                </a:moveTo>
                <a:cubicBezTo>
                  <a:pt x="0" y="11265"/>
                  <a:pt x="11265" y="0"/>
                  <a:pt x="25121" y="0"/>
                </a:cubicBezTo>
                <a:lnTo>
                  <a:pt x="83802" y="0"/>
                </a:lnTo>
                <a:cubicBezTo>
                  <a:pt x="90474" y="0"/>
                  <a:pt x="96872" y="2630"/>
                  <a:pt x="101583" y="7340"/>
                </a:cubicBezTo>
                <a:lnTo>
                  <a:pt x="143385" y="49182"/>
                </a:lnTo>
                <a:cubicBezTo>
                  <a:pt x="148095" y="53892"/>
                  <a:pt x="150725" y="60290"/>
                  <a:pt x="150725" y="66963"/>
                </a:cubicBezTo>
                <a:lnTo>
                  <a:pt x="150725" y="175846"/>
                </a:lnTo>
                <a:cubicBezTo>
                  <a:pt x="150725" y="189702"/>
                  <a:pt x="139460" y="200967"/>
                  <a:pt x="125604" y="200967"/>
                </a:cubicBezTo>
                <a:lnTo>
                  <a:pt x="25121" y="200967"/>
                </a:lnTo>
                <a:cubicBezTo>
                  <a:pt x="11265" y="200967"/>
                  <a:pt x="0" y="189702"/>
                  <a:pt x="0" y="175846"/>
                </a:cubicBezTo>
                <a:lnTo>
                  <a:pt x="0" y="25121"/>
                </a:lnTo>
                <a:close/>
                <a:moveTo>
                  <a:pt x="81643" y="22962"/>
                </a:moveTo>
                <a:lnTo>
                  <a:pt x="81643" y="59662"/>
                </a:lnTo>
                <a:cubicBezTo>
                  <a:pt x="81643" y="64883"/>
                  <a:pt x="85843" y="69082"/>
                  <a:pt x="91063" y="69082"/>
                </a:cubicBezTo>
                <a:lnTo>
                  <a:pt x="127763" y="69082"/>
                </a:lnTo>
                <a:lnTo>
                  <a:pt x="81643" y="22962"/>
                </a:lnTo>
                <a:close/>
                <a:moveTo>
                  <a:pt x="60526" y="116027"/>
                </a:moveTo>
                <a:cubicBezTo>
                  <a:pt x="63901" y="112063"/>
                  <a:pt x="63469" y="106136"/>
                  <a:pt x="59505" y="102760"/>
                </a:cubicBezTo>
                <a:cubicBezTo>
                  <a:pt x="55541" y="99384"/>
                  <a:pt x="49614" y="99816"/>
                  <a:pt x="46238" y="103781"/>
                </a:cubicBezTo>
                <a:lnTo>
                  <a:pt x="27397" y="125761"/>
                </a:lnTo>
                <a:cubicBezTo>
                  <a:pt x="24375" y="129294"/>
                  <a:pt x="24375" y="134475"/>
                  <a:pt x="27397" y="138008"/>
                </a:cubicBezTo>
                <a:lnTo>
                  <a:pt x="46238" y="159989"/>
                </a:lnTo>
                <a:cubicBezTo>
                  <a:pt x="49614" y="163953"/>
                  <a:pt x="55580" y="164385"/>
                  <a:pt x="59505" y="161009"/>
                </a:cubicBezTo>
                <a:cubicBezTo>
                  <a:pt x="63430" y="157634"/>
                  <a:pt x="63901" y="151667"/>
                  <a:pt x="60526" y="147742"/>
                </a:cubicBezTo>
                <a:lnTo>
                  <a:pt x="46945" y="131885"/>
                </a:lnTo>
                <a:lnTo>
                  <a:pt x="60526" y="116027"/>
                </a:lnTo>
                <a:close/>
                <a:moveTo>
                  <a:pt x="104487" y="103781"/>
                </a:moveTo>
                <a:cubicBezTo>
                  <a:pt x="101112" y="99816"/>
                  <a:pt x="95145" y="99384"/>
                  <a:pt x="91220" y="102760"/>
                </a:cubicBezTo>
                <a:cubicBezTo>
                  <a:pt x="87295" y="106136"/>
                  <a:pt x="86824" y="112102"/>
                  <a:pt x="90200" y="116027"/>
                </a:cubicBezTo>
                <a:lnTo>
                  <a:pt x="103781" y="131885"/>
                </a:lnTo>
                <a:lnTo>
                  <a:pt x="90200" y="147742"/>
                </a:lnTo>
                <a:cubicBezTo>
                  <a:pt x="86824" y="151707"/>
                  <a:pt x="87256" y="157634"/>
                  <a:pt x="91220" y="161009"/>
                </a:cubicBezTo>
                <a:cubicBezTo>
                  <a:pt x="95185" y="164385"/>
                  <a:pt x="101112" y="163953"/>
                  <a:pt x="104487" y="159989"/>
                </a:cubicBezTo>
                <a:lnTo>
                  <a:pt x="123328" y="138008"/>
                </a:lnTo>
                <a:cubicBezTo>
                  <a:pt x="126350" y="134475"/>
                  <a:pt x="126350" y="129294"/>
                  <a:pt x="123328" y="125761"/>
                </a:cubicBezTo>
                <a:lnTo>
                  <a:pt x="104487" y="103781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820967" y="2934956"/>
            <a:ext cx="971341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 Analyzer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69275" y="3269901"/>
            <a:ext cx="1984549" cy="204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Parses </a:t>
            </a:r>
            <a:r>
              <a:rPr lang="en-US" sz="1055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Portable Executable format</a:t>
            </a: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Windows-specific structures.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69275" y="5416166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536264" y="5483155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Headers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36264" y="5684122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DOS, NT, Section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69275" y="5985573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536264" y="6052562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Imports/Exports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36264" y="6253529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analysis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663165" y="2797630"/>
            <a:ext cx="2192215" cy="3825073"/>
          </a:xfrm>
          <a:custGeom>
            <a:avLst/>
            <a:gdLst/>
            <a:ahLst/>
            <a:cxnLst/>
            <a:rect l="l" t="t" r="r" b="b"/>
            <a:pathLst>
              <a:path w="2192215" h="3825073">
                <a:moveTo>
                  <a:pt x="66994" y="0"/>
                </a:moveTo>
                <a:lnTo>
                  <a:pt x="2125221" y="0"/>
                </a:lnTo>
                <a:cubicBezTo>
                  <a:pt x="2162221" y="0"/>
                  <a:pt x="2192215" y="29994"/>
                  <a:pt x="2192215" y="66994"/>
                </a:cubicBezTo>
                <a:lnTo>
                  <a:pt x="2192215" y="3758078"/>
                </a:lnTo>
                <a:cubicBezTo>
                  <a:pt x="2192215" y="3795078"/>
                  <a:pt x="2162221" y="3825073"/>
                  <a:pt x="2125221" y="3825073"/>
                </a:cubicBezTo>
                <a:lnTo>
                  <a:pt x="66994" y="3825073"/>
                </a:lnTo>
                <a:cubicBezTo>
                  <a:pt x="29994" y="3825073"/>
                  <a:pt x="0" y="3795078"/>
                  <a:pt x="0" y="375807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9825613" y="2951703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0" y="31401"/>
                </a:moveTo>
                <a:cubicBezTo>
                  <a:pt x="0" y="20999"/>
                  <a:pt x="8439" y="12560"/>
                  <a:pt x="18841" y="12560"/>
                </a:cubicBezTo>
                <a:lnTo>
                  <a:pt x="56522" y="12560"/>
                </a:lnTo>
                <a:cubicBezTo>
                  <a:pt x="66924" y="12560"/>
                  <a:pt x="75363" y="20999"/>
                  <a:pt x="75363" y="31401"/>
                </a:cubicBezTo>
                <a:lnTo>
                  <a:pt x="75363" y="37681"/>
                </a:lnTo>
                <a:lnTo>
                  <a:pt x="125604" y="37681"/>
                </a:lnTo>
                <a:lnTo>
                  <a:pt x="125604" y="31401"/>
                </a:lnTo>
                <a:cubicBezTo>
                  <a:pt x="125604" y="20999"/>
                  <a:pt x="134043" y="12560"/>
                  <a:pt x="144445" y="12560"/>
                </a:cubicBezTo>
                <a:lnTo>
                  <a:pt x="182126" y="12560"/>
                </a:lnTo>
                <a:cubicBezTo>
                  <a:pt x="192528" y="12560"/>
                  <a:pt x="200967" y="20999"/>
                  <a:pt x="200967" y="31401"/>
                </a:cubicBezTo>
                <a:lnTo>
                  <a:pt x="200967" y="69082"/>
                </a:lnTo>
                <a:cubicBezTo>
                  <a:pt x="200967" y="79484"/>
                  <a:pt x="192528" y="87923"/>
                  <a:pt x="182126" y="87923"/>
                </a:cubicBezTo>
                <a:lnTo>
                  <a:pt x="144445" y="87923"/>
                </a:lnTo>
                <a:cubicBezTo>
                  <a:pt x="134043" y="87923"/>
                  <a:pt x="125604" y="79484"/>
                  <a:pt x="125604" y="69082"/>
                </a:cubicBezTo>
                <a:lnTo>
                  <a:pt x="125604" y="62802"/>
                </a:lnTo>
                <a:lnTo>
                  <a:pt x="75363" y="62802"/>
                </a:lnTo>
                <a:lnTo>
                  <a:pt x="75363" y="69082"/>
                </a:lnTo>
                <a:cubicBezTo>
                  <a:pt x="75363" y="71948"/>
                  <a:pt x="74695" y="74695"/>
                  <a:pt x="73557" y="77129"/>
                </a:cubicBezTo>
                <a:lnTo>
                  <a:pt x="100484" y="113044"/>
                </a:lnTo>
                <a:lnTo>
                  <a:pt x="131885" y="113044"/>
                </a:lnTo>
                <a:cubicBezTo>
                  <a:pt x="142286" y="113044"/>
                  <a:pt x="150725" y="121483"/>
                  <a:pt x="150725" y="131885"/>
                </a:cubicBezTo>
                <a:lnTo>
                  <a:pt x="150725" y="169566"/>
                </a:lnTo>
                <a:cubicBezTo>
                  <a:pt x="150725" y="179968"/>
                  <a:pt x="142286" y="188407"/>
                  <a:pt x="131885" y="188407"/>
                </a:cubicBezTo>
                <a:lnTo>
                  <a:pt x="94203" y="188407"/>
                </a:lnTo>
                <a:cubicBezTo>
                  <a:pt x="83802" y="188407"/>
                  <a:pt x="75363" y="179968"/>
                  <a:pt x="75363" y="169566"/>
                </a:cubicBezTo>
                <a:lnTo>
                  <a:pt x="75363" y="131885"/>
                </a:lnTo>
                <a:cubicBezTo>
                  <a:pt x="75363" y="129019"/>
                  <a:pt x="76030" y="126272"/>
                  <a:pt x="77168" y="123838"/>
                </a:cubicBezTo>
                <a:lnTo>
                  <a:pt x="50242" y="87923"/>
                </a:lnTo>
                <a:lnTo>
                  <a:pt x="18841" y="87923"/>
                </a:lnTo>
                <a:cubicBezTo>
                  <a:pt x="8439" y="87923"/>
                  <a:pt x="0" y="79484"/>
                  <a:pt x="0" y="69082"/>
                </a:cubicBezTo>
                <a:lnTo>
                  <a:pt x="0" y="31401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10152185" y="2934956"/>
            <a:ext cx="121417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Disasm Engine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800493" y="3269901"/>
            <a:ext cx="1984549" cy="204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</a:t>
            </a:r>
            <a:r>
              <a:rPr lang="en-US" sz="1055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assembly-level analysis</a:t>
            </a:r>
            <a:r>
              <a:rPr lang="en-US" sz="1055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code inspection and control flow.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800493" y="5416166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9867482" y="5483155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Capstone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867482" y="5684122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Multi-arch support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800493" y="5985573"/>
            <a:ext cx="1917560" cy="502418"/>
          </a:xfrm>
          <a:custGeom>
            <a:avLst/>
            <a:gdLst/>
            <a:ahLst/>
            <a:cxnLst/>
            <a:rect l="l" t="t" r="r" b="b"/>
            <a:pathLst>
              <a:path w="1917560" h="502418">
                <a:moveTo>
                  <a:pt x="33496" y="0"/>
                </a:moveTo>
                <a:lnTo>
                  <a:pt x="1884064" y="0"/>
                </a:lnTo>
                <a:cubicBezTo>
                  <a:pt x="1902564" y="0"/>
                  <a:pt x="1917560" y="14997"/>
                  <a:pt x="1917560" y="33496"/>
                </a:cubicBezTo>
                <a:lnTo>
                  <a:pt x="1917560" y="468921"/>
                </a:lnTo>
                <a:cubicBezTo>
                  <a:pt x="1917560" y="487421"/>
                  <a:pt x="1902564" y="502418"/>
                  <a:pt x="1884064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9867482" y="6052562"/>
            <a:ext cx="1850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Graph View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67482" y="6253529"/>
            <a:ext cx="184219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51692" y="6762648"/>
            <a:ext cx="3734637" cy="703385"/>
          </a:xfrm>
          <a:custGeom>
            <a:avLst/>
            <a:gdLst/>
            <a:ahLst/>
            <a:cxnLst/>
            <a:rect l="l" t="t" r="r" b="b"/>
            <a:pathLst>
              <a:path w="3734637" h="703385">
                <a:moveTo>
                  <a:pt x="33495" y="0"/>
                </a:moveTo>
                <a:lnTo>
                  <a:pt x="3667647" y="0"/>
                </a:lnTo>
                <a:cubicBezTo>
                  <a:pt x="3704645" y="0"/>
                  <a:pt x="3734637" y="29993"/>
                  <a:pt x="3734637" y="66990"/>
                </a:cubicBezTo>
                <a:lnTo>
                  <a:pt x="3734637" y="636394"/>
                </a:lnTo>
                <a:cubicBezTo>
                  <a:pt x="3734637" y="673392"/>
                  <a:pt x="3704645" y="703385"/>
                  <a:pt x="3667647" y="703385"/>
                </a:cubicBez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351692" y="6762648"/>
            <a:ext cx="33495" cy="703385"/>
          </a:xfrm>
          <a:custGeom>
            <a:avLst/>
            <a:gdLst/>
            <a:ahLst/>
            <a:cxnLst/>
            <a:rect l="l" t="t" r="r" b="b"/>
            <a:pathLst>
              <a:path w="33495" h="703385">
                <a:moveTo>
                  <a:pt x="33495" y="0"/>
                </a:moveTo>
                <a:lnTo>
                  <a:pt x="33495" y="0"/>
                </a:lnTo>
                <a:lnTo>
                  <a:pt x="33495" y="703385"/>
                </a:ln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527538" y="7013857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97277" y="109354"/>
                </a:moveTo>
                <a:cubicBezTo>
                  <a:pt x="202184" y="104448"/>
                  <a:pt x="202184" y="96480"/>
                  <a:pt x="197277" y="91573"/>
                </a:cubicBezTo>
                <a:lnTo>
                  <a:pt x="134475" y="28771"/>
                </a:lnTo>
                <a:cubicBezTo>
                  <a:pt x="129569" y="23865"/>
                  <a:pt x="121601" y="23865"/>
                  <a:pt x="116694" y="28771"/>
                </a:cubicBezTo>
                <a:cubicBezTo>
                  <a:pt x="111788" y="33678"/>
                  <a:pt x="111788" y="41646"/>
                  <a:pt x="116694" y="46552"/>
                </a:cubicBezTo>
                <a:lnTo>
                  <a:pt x="158065" y="87923"/>
                </a:lnTo>
                <a:lnTo>
                  <a:pt x="12560" y="87923"/>
                </a:lnTo>
                <a:cubicBezTo>
                  <a:pt x="5613" y="87923"/>
                  <a:pt x="0" y="93536"/>
                  <a:pt x="0" y="100484"/>
                </a:cubicBezTo>
                <a:cubicBezTo>
                  <a:pt x="0" y="107431"/>
                  <a:pt x="5613" y="113044"/>
                  <a:pt x="12560" y="113044"/>
                </a:cubicBezTo>
                <a:lnTo>
                  <a:pt x="158065" y="113044"/>
                </a:lnTo>
                <a:lnTo>
                  <a:pt x="116694" y="154415"/>
                </a:lnTo>
                <a:cubicBezTo>
                  <a:pt x="111788" y="159321"/>
                  <a:pt x="111788" y="167289"/>
                  <a:pt x="116694" y="172196"/>
                </a:cubicBezTo>
                <a:cubicBezTo>
                  <a:pt x="121601" y="177102"/>
                  <a:pt x="129569" y="177102"/>
                  <a:pt x="134475" y="172196"/>
                </a:cubicBezTo>
                <a:lnTo>
                  <a:pt x="197277" y="109394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854110" y="6896626"/>
            <a:ext cx="2629319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4110" y="7131087"/>
            <a:ext cx="262094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Extracted features feed all detection engines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237055" y="6762648"/>
            <a:ext cx="3734637" cy="703385"/>
          </a:xfrm>
          <a:custGeom>
            <a:avLst/>
            <a:gdLst/>
            <a:ahLst/>
            <a:cxnLst/>
            <a:rect l="l" t="t" r="r" b="b"/>
            <a:pathLst>
              <a:path w="3734637" h="703385">
                <a:moveTo>
                  <a:pt x="33495" y="0"/>
                </a:moveTo>
                <a:lnTo>
                  <a:pt x="3667647" y="0"/>
                </a:lnTo>
                <a:cubicBezTo>
                  <a:pt x="3704645" y="0"/>
                  <a:pt x="3734637" y="29993"/>
                  <a:pt x="3734637" y="66990"/>
                </a:cubicBezTo>
                <a:lnTo>
                  <a:pt x="3734637" y="636394"/>
                </a:lnTo>
                <a:cubicBezTo>
                  <a:pt x="3734637" y="673392"/>
                  <a:pt x="3704645" y="703385"/>
                  <a:pt x="3667647" y="703385"/>
                </a:cubicBez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4237055" y="6762648"/>
            <a:ext cx="33495" cy="703385"/>
          </a:xfrm>
          <a:custGeom>
            <a:avLst/>
            <a:gdLst/>
            <a:ahLst/>
            <a:cxnLst/>
            <a:rect l="l" t="t" r="r" b="b"/>
            <a:pathLst>
              <a:path w="33495" h="703385">
                <a:moveTo>
                  <a:pt x="33495" y="0"/>
                </a:moveTo>
                <a:lnTo>
                  <a:pt x="33495" y="0"/>
                </a:lnTo>
                <a:lnTo>
                  <a:pt x="33495" y="703385"/>
                </a:ln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4412901" y="7013857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00484" y="0"/>
                </a:moveTo>
                <a:cubicBezTo>
                  <a:pt x="155942" y="0"/>
                  <a:pt x="200967" y="45025"/>
                  <a:pt x="200967" y="100484"/>
                </a:cubicBezTo>
                <a:cubicBezTo>
                  <a:pt x="200967" y="155942"/>
                  <a:pt x="155942" y="200967"/>
                  <a:pt x="100484" y="200967"/>
                </a:cubicBezTo>
                <a:cubicBezTo>
                  <a:pt x="45025" y="200967"/>
                  <a:pt x="0" y="155942"/>
                  <a:pt x="0" y="100484"/>
                </a:cubicBezTo>
                <a:cubicBezTo>
                  <a:pt x="0" y="45025"/>
                  <a:pt x="45025" y="0"/>
                  <a:pt x="100484" y="0"/>
                </a:cubicBezTo>
                <a:close/>
                <a:moveTo>
                  <a:pt x="91063" y="47102"/>
                </a:moveTo>
                <a:lnTo>
                  <a:pt x="91063" y="100484"/>
                </a:lnTo>
                <a:cubicBezTo>
                  <a:pt x="91063" y="103624"/>
                  <a:pt x="92633" y="106567"/>
                  <a:pt x="95263" y="108334"/>
                </a:cubicBezTo>
                <a:lnTo>
                  <a:pt x="132944" y="133455"/>
                </a:lnTo>
                <a:cubicBezTo>
                  <a:pt x="137262" y="136359"/>
                  <a:pt x="143111" y="135182"/>
                  <a:pt x="146015" y="130825"/>
                </a:cubicBezTo>
                <a:cubicBezTo>
                  <a:pt x="148920" y="126468"/>
                  <a:pt x="147742" y="120659"/>
                  <a:pt x="143385" y="117754"/>
                </a:cubicBezTo>
                <a:lnTo>
                  <a:pt x="109904" y="95459"/>
                </a:lnTo>
                <a:lnTo>
                  <a:pt x="109904" y="47102"/>
                </a:lnTo>
                <a:cubicBezTo>
                  <a:pt x="109904" y="41881"/>
                  <a:pt x="105704" y="37681"/>
                  <a:pt x="100484" y="37681"/>
                </a:cubicBezTo>
                <a:cubicBezTo>
                  <a:pt x="95263" y="37681"/>
                  <a:pt x="91063" y="41881"/>
                  <a:pt x="91063" y="47102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4739473" y="6896626"/>
            <a:ext cx="246184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739473" y="7131087"/>
            <a:ext cx="245347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modules complete in under 3 seconds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22418" y="6762648"/>
            <a:ext cx="3734637" cy="703385"/>
          </a:xfrm>
          <a:custGeom>
            <a:avLst/>
            <a:gdLst/>
            <a:ahLst/>
            <a:cxnLst/>
            <a:rect l="l" t="t" r="r" b="b"/>
            <a:pathLst>
              <a:path w="3734637" h="703385">
                <a:moveTo>
                  <a:pt x="33495" y="0"/>
                </a:moveTo>
                <a:lnTo>
                  <a:pt x="3667647" y="0"/>
                </a:lnTo>
                <a:cubicBezTo>
                  <a:pt x="3704645" y="0"/>
                  <a:pt x="3734637" y="29993"/>
                  <a:pt x="3734637" y="66990"/>
                </a:cubicBezTo>
                <a:lnTo>
                  <a:pt x="3734637" y="636394"/>
                </a:lnTo>
                <a:cubicBezTo>
                  <a:pt x="3734637" y="673392"/>
                  <a:pt x="3704645" y="703385"/>
                  <a:pt x="3667647" y="703385"/>
                </a:cubicBez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8122418" y="6762648"/>
            <a:ext cx="33495" cy="703385"/>
          </a:xfrm>
          <a:custGeom>
            <a:avLst/>
            <a:gdLst/>
            <a:ahLst/>
            <a:cxnLst/>
            <a:rect l="l" t="t" r="r" b="b"/>
            <a:pathLst>
              <a:path w="33495" h="703385">
                <a:moveTo>
                  <a:pt x="33495" y="0"/>
                </a:moveTo>
                <a:lnTo>
                  <a:pt x="33495" y="0"/>
                </a:lnTo>
                <a:lnTo>
                  <a:pt x="33495" y="703385"/>
                </a:lnTo>
                <a:lnTo>
                  <a:pt x="33495" y="703385"/>
                </a:lnTo>
                <a:cubicBezTo>
                  <a:pt x="14996" y="703385"/>
                  <a:pt x="0" y="688389"/>
                  <a:pt x="0" y="66989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8273143" y="7013857"/>
            <a:ext cx="251209" cy="200967"/>
          </a:xfrm>
          <a:custGeom>
            <a:avLst/>
            <a:gdLst/>
            <a:ahLst/>
            <a:cxnLst/>
            <a:rect l="l" t="t" r="r" b="b"/>
            <a:pathLst>
              <a:path w="251209" h="200967">
                <a:moveTo>
                  <a:pt x="163246" y="82624"/>
                </a:moveTo>
                <a:cubicBezTo>
                  <a:pt x="168035" y="81329"/>
                  <a:pt x="173059" y="83605"/>
                  <a:pt x="175218" y="88041"/>
                </a:cubicBezTo>
                <a:lnTo>
                  <a:pt x="182519" y="102799"/>
                </a:lnTo>
                <a:cubicBezTo>
                  <a:pt x="186562" y="103349"/>
                  <a:pt x="190526" y="104448"/>
                  <a:pt x="194255" y="105979"/>
                </a:cubicBezTo>
                <a:lnTo>
                  <a:pt x="207993" y="96833"/>
                </a:lnTo>
                <a:cubicBezTo>
                  <a:pt x="212114" y="94086"/>
                  <a:pt x="217570" y="94635"/>
                  <a:pt x="221064" y="98128"/>
                </a:cubicBezTo>
                <a:lnTo>
                  <a:pt x="228600" y="105665"/>
                </a:lnTo>
                <a:cubicBezTo>
                  <a:pt x="232093" y="109158"/>
                  <a:pt x="232643" y="114653"/>
                  <a:pt x="229895" y="118735"/>
                </a:cubicBezTo>
                <a:lnTo>
                  <a:pt x="220750" y="132434"/>
                </a:lnTo>
                <a:cubicBezTo>
                  <a:pt x="221496" y="134279"/>
                  <a:pt x="222163" y="136202"/>
                  <a:pt x="222712" y="138204"/>
                </a:cubicBezTo>
                <a:cubicBezTo>
                  <a:pt x="223262" y="140206"/>
                  <a:pt x="223615" y="142168"/>
                  <a:pt x="223890" y="144170"/>
                </a:cubicBezTo>
                <a:lnTo>
                  <a:pt x="238688" y="151471"/>
                </a:lnTo>
                <a:cubicBezTo>
                  <a:pt x="243123" y="153669"/>
                  <a:pt x="245400" y="158693"/>
                  <a:pt x="244104" y="163443"/>
                </a:cubicBezTo>
                <a:lnTo>
                  <a:pt x="241357" y="173727"/>
                </a:lnTo>
                <a:cubicBezTo>
                  <a:pt x="240061" y="178476"/>
                  <a:pt x="235626" y="181695"/>
                  <a:pt x="230680" y="181381"/>
                </a:cubicBezTo>
                <a:lnTo>
                  <a:pt x="214195" y="180321"/>
                </a:lnTo>
                <a:cubicBezTo>
                  <a:pt x="211722" y="183500"/>
                  <a:pt x="208857" y="186444"/>
                  <a:pt x="205599" y="188956"/>
                </a:cubicBezTo>
                <a:lnTo>
                  <a:pt x="206658" y="205402"/>
                </a:lnTo>
                <a:cubicBezTo>
                  <a:pt x="206972" y="210348"/>
                  <a:pt x="203754" y="214823"/>
                  <a:pt x="199004" y="216079"/>
                </a:cubicBezTo>
                <a:lnTo>
                  <a:pt x="188721" y="218826"/>
                </a:lnTo>
                <a:cubicBezTo>
                  <a:pt x="183932" y="220122"/>
                  <a:pt x="178947" y="217845"/>
                  <a:pt x="176749" y="213410"/>
                </a:cubicBezTo>
                <a:lnTo>
                  <a:pt x="169448" y="198651"/>
                </a:lnTo>
                <a:cubicBezTo>
                  <a:pt x="165405" y="198102"/>
                  <a:pt x="161441" y="197003"/>
                  <a:pt x="157712" y="195472"/>
                </a:cubicBezTo>
                <a:lnTo>
                  <a:pt x="143974" y="204617"/>
                </a:lnTo>
                <a:cubicBezTo>
                  <a:pt x="139853" y="207365"/>
                  <a:pt x="134397" y="206815"/>
                  <a:pt x="130903" y="203322"/>
                </a:cubicBezTo>
                <a:lnTo>
                  <a:pt x="123367" y="195786"/>
                </a:lnTo>
                <a:cubicBezTo>
                  <a:pt x="119874" y="192292"/>
                  <a:pt x="119324" y="186837"/>
                  <a:pt x="122072" y="182715"/>
                </a:cubicBezTo>
                <a:lnTo>
                  <a:pt x="131217" y="168977"/>
                </a:lnTo>
                <a:cubicBezTo>
                  <a:pt x="130472" y="167132"/>
                  <a:pt x="129804" y="165209"/>
                  <a:pt x="129255" y="163207"/>
                </a:cubicBezTo>
                <a:cubicBezTo>
                  <a:pt x="128705" y="161205"/>
                  <a:pt x="128352" y="159204"/>
                  <a:pt x="128077" y="157241"/>
                </a:cubicBezTo>
                <a:lnTo>
                  <a:pt x="113279" y="149940"/>
                </a:lnTo>
                <a:cubicBezTo>
                  <a:pt x="108844" y="147742"/>
                  <a:pt x="106607" y="142718"/>
                  <a:pt x="107863" y="137969"/>
                </a:cubicBezTo>
                <a:lnTo>
                  <a:pt x="110610" y="127685"/>
                </a:lnTo>
                <a:cubicBezTo>
                  <a:pt x="111906" y="122935"/>
                  <a:pt x="116341" y="119717"/>
                  <a:pt x="121287" y="120031"/>
                </a:cubicBezTo>
                <a:lnTo>
                  <a:pt x="137733" y="121090"/>
                </a:lnTo>
                <a:cubicBezTo>
                  <a:pt x="140206" y="117911"/>
                  <a:pt x="143071" y="114967"/>
                  <a:pt x="146329" y="112455"/>
                </a:cubicBezTo>
                <a:lnTo>
                  <a:pt x="145269" y="96048"/>
                </a:lnTo>
                <a:cubicBezTo>
                  <a:pt x="144955" y="91102"/>
                  <a:pt x="148174" y="86628"/>
                  <a:pt x="152923" y="85372"/>
                </a:cubicBezTo>
                <a:lnTo>
                  <a:pt x="163207" y="82624"/>
                </a:lnTo>
                <a:close/>
                <a:moveTo>
                  <a:pt x="176003" y="133455"/>
                </a:moveTo>
                <a:cubicBezTo>
                  <a:pt x="166471" y="133466"/>
                  <a:pt x="158741" y="141213"/>
                  <a:pt x="158752" y="150745"/>
                </a:cubicBezTo>
                <a:cubicBezTo>
                  <a:pt x="158763" y="160277"/>
                  <a:pt x="166511" y="168007"/>
                  <a:pt x="176042" y="167996"/>
                </a:cubicBezTo>
                <a:cubicBezTo>
                  <a:pt x="185574" y="167985"/>
                  <a:pt x="193304" y="160238"/>
                  <a:pt x="193293" y="150706"/>
                </a:cubicBezTo>
                <a:cubicBezTo>
                  <a:pt x="193283" y="141174"/>
                  <a:pt x="185535" y="133444"/>
                  <a:pt x="176003" y="133455"/>
                </a:cubicBezTo>
                <a:close/>
                <a:moveTo>
                  <a:pt x="88276" y="-17859"/>
                </a:moveTo>
                <a:lnTo>
                  <a:pt x="98560" y="-15112"/>
                </a:lnTo>
                <a:cubicBezTo>
                  <a:pt x="103310" y="-13816"/>
                  <a:pt x="106528" y="-9342"/>
                  <a:pt x="106214" y="-4435"/>
                </a:cubicBezTo>
                <a:lnTo>
                  <a:pt x="105154" y="11972"/>
                </a:lnTo>
                <a:cubicBezTo>
                  <a:pt x="108412" y="14484"/>
                  <a:pt x="111278" y="17388"/>
                  <a:pt x="113750" y="20607"/>
                </a:cubicBezTo>
                <a:lnTo>
                  <a:pt x="130236" y="19547"/>
                </a:lnTo>
                <a:cubicBezTo>
                  <a:pt x="135142" y="19233"/>
                  <a:pt x="139617" y="22452"/>
                  <a:pt x="140912" y="27201"/>
                </a:cubicBezTo>
                <a:lnTo>
                  <a:pt x="143660" y="37485"/>
                </a:lnTo>
                <a:cubicBezTo>
                  <a:pt x="144916" y="42234"/>
                  <a:pt x="142679" y="47259"/>
                  <a:pt x="138243" y="49457"/>
                </a:cubicBezTo>
                <a:lnTo>
                  <a:pt x="123446" y="56757"/>
                </a:lnTo>
                <a:cubicBezTo>
                  <a:pt x="123171" y="58759"/>
                  <a:pt x="122778" y="60761"/>
                  <a:pt x="122268" y="62724"/>
                </a:cubicBezTo>
                <a:cubicBezTo>
                  <a:pt x="121758" y="64686"/>
                  <a:pt x="121051" y="66649"/>
                  <a:pt x="120305" y="68494"/>
                </a:cubicBezTo>
                <a:lnTo>
                  <a:pt x="129451" y="82232"/>
                </a:lnTo>
                <a:cubicBezTo>
                  <a:pt x="132199" y="86353"/>
                  <a:pt x="131649" y="91809"/>
                  <a:pt x="128156" y="95302"/>
                </a:cubicBezTo>
                <a:lnTo>
                  <a:pt x="120619" y="102839"/>
                </a:lnTo>
                <a:cubicBezTo>
                  <a:pt x="117126" y="106332"/>
                  <a:pt x="111670" y="106881"/>
                  <a:pt x="107549" y="104134"/>
                </a:cubicBezTo>
                <a:lnTo>
                  <a:pt x="93811" y="94988"/>
                </a:lnTo>
                <a:cubicBezTo>
                  <a:pt x="90082" y="96519"/>
                  <a:pt x="86118" y="97618"/>
                  <a:pt x="82075" y="98168"/>
                </a:cubicBezTo>
                <a:lnTo>
                  <a:pt x="74774" y="112926"/>
                </a:lnTo>
                <a:cubicBezTo>
                  <a:pt x="72576" y="117362"/>
                  <a:pt x="67552" y="119599"/>
                  <a:pt x="62802" y="118343"/>
                </a:cubicBezTo>
                <a:lnTo>
                  <a:pt x="52518" y="115595"/>
                </a:lnTo>
                <a:cubicBezTo>
                  <a:pt x="47730" y="114300"/>
                  <a:pt x="44550" y="109825"/>
                  <a:pt x="44864" y="104919"/>
                </a:cubicBezTo>
                <a:lnTo>
                  <a:pt x="45924" y="88473"/>
                </a:lnTo>
                <a:cubicBezTo>
                  <a:pt x="42666" y="85961"/>
                  <a:pt x="39801" y="83056"/>
                  <a:pt x="37328" y="79837"/>
                </a:cubicBezTo>
                <a:lnTo>
                  <a:pt x="20842" y="80897"/>
                </a:lnTo>
                <a:cubicBezTo>
                  <a:pt x="15936" y="81211"/>
                  <a:pt x="11461" y="77992"/>
                  <a:pt x="10166" y="73243"/>
                </a:cubicBezTo>
                <a:lnTo>
                  <a:pt x="7419" y="62959"/>
                </a:lnTo>
                <a:cubicBezTo>
                  <a:pt x="6162" y="58210"/>
                  <a:pt x="8400" y="53186"/>
                  <a:pt x="12835" y="50988"/>
                </a:cubicBezTo>
                <a:lnTo>
                  <a:pt x="27633" y="43687"/>
                </a:lnTo>
                <a:cubicBezTo>
                  <a:pt x="27908" y="41685"/>
                  <a:pt x="28300" y="39722"/>
                  <a:pt x="28811" y="37721"/>
                </a:cubicBezTo>
                <a:cubicBezTo>
                  <a:pt x="29360" y="35719"/>
                  <a:pt x="29988" y="33795"/>
                  <a:pt x="30773" y="31951"/>
                </a:cubicBezTo>
                <a:lnTo>
                  <a:pt x="21628" y="18252"/>
                </a:lnTo>
                <a:cubicBezTo>
                  <a:pt x="18880" y="14130"/>
                  <a:pt x="19429" y="8675"/>
                  <a:pt x="22923" y="5181"/>
                </a:cubicBezTo>
                <a:lnTo>
                  <a:pt x="30459" y="-2355"/>
                </a:lnTo>
                <a:cubicBezTo>
                  <a:pt x="33952" y="-5848"/>
                  <a:pt x="39408" y="-6398"/>
                  <a:pt x="43530" y="-3650"/>
                </a:cubicBezTo>
                <a:lnTo>
                  <a:pt x="57268" y="5495"/>
                </a:lnTo>
                <a:cubicBezTo>
                  <a:pt x="60997" y="3964"/>
                  <a:pt x="64961" y="2865"/>
                  <a:pt x="69004" y="2316"/>
                </a:cubicBezTo>
                <a:lnTo>
                  <a:pt x="76305" y="-12443"/>
                </a:lnTo>
                <a:cubicBezTo>
                  <a:pt x="78503" y="-16878"/>
                  <a:pt x="83488" y="-19115"/>
                  <a:pt x="88276" y="-17859"/>
                </a:cubicBezTo>
                <a:close/>
                <a:moveTo>
                  <a:pt x="75520" y="32971"/>
                </a:moveTo>
                <a:cubicBezTo>
                  <a:pt x="65988" y="32971"/>
                  <a:pt x="58249" y="40710"/>
                  <a:pt x="58249" y="50242"/>
                </a:cubicBezTo>
                <a:cubicBezTo>
                  <a:pt x="58249" y="59774"/>
                  <a:pt x="65988" y="67512"/>
                  <a:pt x="75520" y="67512"/>
                </a:cubicBezTo>
                <a:cubicBezTo>
                  <a:pt x="85052" y="67512"/>
                  <a:pt x="92790" y="59774"/>
                  <a:pt x="92790" y="50242"/>
                </a:cubicBezTo>
                <a:cubicBezTo>
                  <a:pt x="92790" y="40710"/>
                  <a:pt x="85052" y="32971"/>
                  <a:pt x="75520" y="32971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8624835" y="6896626"/>
            <a:ext cx="222738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Modular Pipeline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624835" y="7131087"/>
            <a:ext cx="221901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module operates independently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679" y="463966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3679" y="395340"/>
            <a:ext cx="515518" cy="549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05-06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3564" y="343679"/>
            <a:ext cx="4957564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7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&amp; Integration Layers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3564" y="756093"/>
            <a:ext cx="483727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Storage, Configuration &amp; External Service Connectivity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552" y="1209749"/>
            <a:ext cx="5667261" cy="1457197"/>
          </a:xfrm>
          <a:custGeom>
            <a:avLst/>
            <a:gdLst/>
            <a:ahLst/>
            <a:cxnLst/>
            <a:rect l="l" t="t" r="r" b="b"/>
            <a:pathLst>
              <a:path w="5667261" h="1457197">
                <a:moveTo>
                  <a:pt x="68736" y="0"/>
                </a:moveTo>
                <a:lnTo>
                  <a:pt x="5598525" y="0"/>
                </a:lnTo>
                <a:cubicBezTo>
                  <a:pt x="5636487" y="0"/>
                  <a:pt x="5667261" y="30774"/>
                  <a:pt x="5667261" y="68736"/>
                </a:cubicBezTo>
                <a:lnTo>
                  <a:pt x="5667261" y="1388461"/>
                </a:lnTo>
                <a:cubicBezTo>
                  <a:pt x="5667261" y="1426423"/>
                  <a:pt x="5636487" y="1457197"/>
                  <a:pt x="5598525" y="1457197"/>
                </a:cubicBezTo>
                <a:lnTo>
                  <a:pt x="68736" y="1457197"/>
                </a:lnTo>
                <a:cubicBezTo>
                  <a:pt x="30774" y="1457197"/>
                  <a:pt x="0" y="1426423"/>
                  <a:pt x="0" y="1388461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29265" y="1388458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93586" y="1534522"/>
            <a:ext cx="225539" cy="257759"/>
          </a:xfrm>
          <a:custGeom>
            <a:avLst/>
            <a:gdLst/>
            <a:ahLst/>
            <a:cxnLst/>
            <a:rect l="l" t="t" r="r" b="b"/>
            <a:pathLst>
              <a:path w="225539" h="257759">
                <a:moveTo>
                  <a:pt x="225539" y="103607"/>
                </a:moveTo>
                <a:cubicBezTo>
                  <a:pt x="218088" y="108541"/>
                  <a:pt x="209530" y="112518"/>
                  <a:pt x="200619" y="115689"/>
                </a:cubicBezTo>
                <a:cubicBezTo>
                  <a:pt x="176958" y="124147"/>
                  <a:pt x="145896" y="128879"/>
                  <a:pt x="112770" y="128879"/>
                </a:cubicBezTo>
                <a:cubicBezTo>
                  <a:pt x="79643" y="128879"/>
                  <a:pt x="48531" y="124097"/>
                  <a:pt x="24920" y="115689"/>
                </a:cubicBezTo>
                <a:cubicBezTo>
                  <a:pt x="16060" y="112518"/>
                  <a:pt x="7451" y="108541"/>
                  <a:pt x="0" y="103607"/>
                </a:cubicBezTo>
                <a:lnTo>
                  <a:pt x="0" y="144989"/>
                </a:lnTo>
                <a:cubicBezTo>
                  <a:pt x="0" y="167241"/>
                  <a:pt x="50495" y="185264"/>
                  <a:pt x="112770" y="185264"/>
                </a:cubicBezTo>
                <a:cubicBezTo>
                  <a:pt x="175045" y="185264"/>
                  <a:pt x="225539" y="167241"/>
                  <a:pt x="225539" y="144989"/>
                </a:cubicBezTo>
                <a:lnTo>
                  <a:pt x="225539" y="103607"/>
                </a:lnTo>
                <a:close/>
                <a:moveTo>
                  <a:pt x="225539" y="64440"/>
                </a:moveTo>
                <a:lnTo>
                  <a:pt x="225539" y="40275"/>
                </a:lnTo>
                <a:cubicBezTo>
                  <a:pt x="225539" y="18023"/>
                  <a:pt x="175045" y="0"/>
                  <a:pt x="112770" y="0"/>
                </a:cubicBezTo>
                <a:cubicBezTo>
                  <a:pt x="50495" y="0"/>
                  <a:pt x="0" y="18023"/>
                  <a:pt x="0" y="40275"/>
                </a:cubicBezTo>
                <a:lnTo>
                  <a:pt x="0" y="64440"/>
                </a:lnTo>
                <a:cubicBezTo>
                  <a:pt x="0" y="86692"/>
                  <a:pt x="50495" y="104715"/>
                  <a:pt x="112770" y="104715"/>
                </a:cubicBezTo>
                <a:cubicBezTo>
                  <a:pt x="175045" y="104715"/>
                  <a:pt x="225539" y="86692"/>
                  <a:pt x="225539" y="64440"/>
                </a:cubicBezTo>
                <a:close/>
                <a:moveTo>
                  <a:pt x="200619" y="196239"/>
                </a:moveTo>
                <a:cubicBezTo>
                  <a:pt x="177008" y="204647"/>
                  <a:pt x="145946" y="209429"/>
                  <a:pt x="112770" y="209429"/>
                </a:cubicBezTo>
                <a:cubicBezTo>
                  <a:pt x="79593" y="209429"/>
                  <a:pt x="48531" y="204647"/>
                  <a:pt x="24920" y="196239"/>
                </a:cubicBezTo>
                <a:cubicBezTo>
                  <a:pt x="16060" y="193068"/>
                  <a:pt x="7451" y="189090"/>
                  <a:pt x="0" y="184157"/>
                </a:cubicBezTo>
                <a:lnTo>
                  <a:pt x="0" y="217484"/>
                </a:lnTo>
                <a:cubicBezTo>
                  <a:pt x="0" y="239736"/>
                  <a:pt x="50495" y="257759"/>
                  <a:pt x="112770" y="257759"/>
                </a:cubicBezTo>
                <a:cubicBezTo>
                  <a:pt x="175045" y="257759"/>
                  <a:pt x="225539" y="239736"/>
                  <a:pt x="225539" y="217484"/>
                </a:cubicBezTo>
                <a:lnTo>
                  <a:pt x="225539" y="184157"/>
                </a:lnTo>
                <a:cubicBezTo>
                  <a:pt x="218088" y="189090"/>
                  <a:pt x="209530" y="193068"/>
                  <a:pt x="200619" y="19623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16622" y="1422826"/>
            <a:ext cx="2130808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622" y="1697660"/>
            <a:ext cx="209644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 &amp; Configuration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9265" y="2041448"/>
            <a:ext cx="5378571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</a:t>
            </a:r>
            <a:r>
              <a:rPr lang="en-US" sz="1082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data persistence</a:t>
            </a:r>
            <a:r>
              <a:rPr lang="en-US" sz="1082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SQLAlchemy ORM with SQLite, YAML configuration management, and structured file system access for analysis artifacts.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115" y="2780362"/>
            <a:ext cx="5677571" cy="2395440"/>
          </a:xfrm>
          <a:custGeom>
            <a:avLst/>
            <a:gdLst/>
            <a:ahLst/>
            <a:cxnLst/>
            <a:rect l="l" t="t" r="r" b="b"/>
            <a:pathLst>
              <a:path w="5677571" h="2395440">
                <a:moveTo>
                  <a:pt x="68725" y="0"/>
                </a:moveTo>
                <a:lnTo>
                  <a:pt x="5608846" y="0"/>
                </a:lnTo>
                <a:cubicBezTo>
                  <a:pt x="5646802" y="0"/>
                  <a:pt x="5677571" y="30769"/>
                  <a:pt x="5677571" y="68725"/>
                </a:cubicBezTo>
                <a:lnTo>
                  <a:pt x="5677571" y="2326715"/>
                </a:lnTo>
                <a:cubicBezTo>
                  <a:pt x="5677571" y="2364671"/>
                  <a:pt x="5646802" y="2395440"/>
                  <a:pt x="5608846" y="2395440"/>
                </a:cubicBezTo>
                <a:lnTo>
                  <a:pt x="68725" y="2395440"/>
                </a:lnTo>
                <a:cubicBezTo>
                  <a:pt x="30769" y="2395440"/>
                  <a:pt x="0" y="2364671"/>
                  <a:pt x="0" y="2326715"/>
                </a:cubicBezTo>
                <a:lnTo>
                  <a:pt x="0" y="68725"/>
                </a:lnTo>
                <a:cubicBezTo>
                  <a:pt x="0" y="30795"/>
                  <a:pt x="30795" y="0"/>
                  <a:pt x="6872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26688" y="2938452"/>
            <a:ext cx="180431" cy="206207"/>
          </a:xfrm>
          <a:custGeom>
            <a:avLst/>
            <a:gdLst/>
            <a:ahLst/>
            <a:cxnLst/>
            <a:rect l="l" t="t" r="r" b="b"/>
            <a:pathLst>
              <a:path w="180431" h="206207">
                <a:moveTo>
                  <a:pt x="103104" y="64440"/>
                </a:moveTo>
                <a:lnTo>
                  <a:pt x="103104" y="103104"/>
                </a:lnTo>
                <a:lnTo>
                  <a:pt x="154655" y="103104"/>
                </a:lnTo>
                <a:lnTo>
                  <a:pt x="154655" y="64440"/>
                </a:lnTo>
                <a:lnTo>
                  <a:pt x="103104" y="64440"/>
                </a:lnTo>
                <a:close/>
                <a:moveTo>
                  <a:pt x="77328" y="64440"/>
                </a:moveTo>
                <a:lnTo>
                  <a:pt x="25776" y="64440"/>
                </a:lnTo>
                <a:lnTo>
                  <a:pt x="25776" y="103104"/>
                </a:lnTo>
                <a:lnTo>
                  <a:pt x="77328" y="103104"/>
                </a:lnTo>
                <a:lnTo>
                  <a:pt x="77328" y="64440"/>
                </a:lnTo>
                <a:close/>
                <a:moveTo>
                  <a:pt x="0" y="128879"/>
                </a:moveTo>
                <a:lnTo>
                  <a:pt x="0" y="38664"/>
                </a:lnTo>
                <a:cubicBezTo>
                  <a:pt x="0" y="24447"/>
                  <a:pt x="11559" y="12888"/>
                  <a:pt x="25776" y="12888"/>
                </a:cubicBezTo>
                <a:lnTo>
                  <a:pt x="154655" y="12888"/>
                </a:lnTo>
                <a:cubicBezTo>
                  <a:pt x="168872" y="12888"/>
                  <a:pt x="180431" y="24447"/>
                  <a:pt x="180431" y="38664"/>
                </a:cubicBezTo>
                <a:lnTo>
                  <a:pt x="180431" y="167543"/>
                </a:lnTo>
                <a:cubicBezTo>
                  <a:pt x="180431" y="181760"/>
                  <a:pt x="168872" y="193319"/>
                  <a:pt x="154655" y="193319"/>
                </a:cubicBezTo>
                <a:lnTo>
                  <a:pt x="25776" y="193319"/>
                </a:lnTo>
                <a:cubicBezTo>
                  <a:pt x="11559" y="193319"/>
                  <a:pt x="0" y="181760"/>
                  <a:pt x="0" y="167543"/>
                </a:cubicBezTo>
                <a:lnTo>
                  <a:pt x="0" y="128879"/>
                </a:lnTo>
                <a:close/>
                <a:moveTo>
                  <a:pt x="154655" y="128879"/>
                </a:moveTo>
                <a:lnTo>
                  <a:pt x="103104" y="128879"/>
                </a:lnTo>
                <a:lnTo>
                  <a:pt x="103104" y="167543"/>
                </a:lnTo>
                <a:lnTo>
                  <a:pt x="154655" y="167543"/>
                </a:lnTo>
                <a:lnTo>
                  <a:pt x="154655" y="128879"/>
                </a:lnTo>
                <a:close/>
                <a:moveTo>
                  <a:pt x="77328" y="167543"/>
                </a:moveTo>
                <a:lnTo>
                  <a:pt x="77328" y="128879"/>
                </a:lnTo>
                <a:lnTo>
                  <a:pt x="25776" y="128879"/>
                </a:lnTo>
                <a:lnTo>
                  <a:pt x="25776" y="167543"/>
                </a:lnTo>
                <a:lnTo>
                  <a:pt x="77328" y="167543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8886" y="2921268"/>
            <a:ext cx="1512186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SQLAlchemy 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8024" y="3264947"/>
            <a:ext cx="5464490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Object-relational mapping</a:t>
            </a:r>
            <a:r>
              <a:rPr lang="en-US" sz="1082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providing database abstraction and flexible schema evolution.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024" y="3591442"/>
            <a:ext cx="5395755" cy="515518"/>
          </a:xfrm>
          <a:custGeom>
            <a:avLst/>
            <a:gdLst/>
            <a:ahLst/>
            <a:cxnLst/>
            <a:rect l="l" t="t" r="r" b="b"/>
            <a:pathLst>
              <a:path w="5395755" h="515518">
                <a:moveTo>
                  <a:pt x="34370" y="0"/>
                </a:moveTo>
                <a:lnTo>
                  <a:pt x="5361385" y="0"/>
                </a:lnTo>
                <a:cubicBezTo>
                  <a:pt x="5380367" y="0"/>
                  <a:pt x="5395755" y="15388"/>
                  <a:pt x="5395755" y="34370"/>
                </a:cubicBezTo>
                <a:lnTo>
                  <a:pt x="5395755" y="481148"/>
                </a:lnTo>
                <a:cubicBezTo>
                  <a:pt x="5395755" y="500130"/>
                  <a:pt x="5380367" y="515518"/>
                  <a:pt x="5361385" y="515518"/>
                </a:cubicBezTo>
                <a:lnTo>
                  <a:pt x="34370" y="515518"/>
                </a:lnTo>
                <a:cubicBezTo>
                  <a:pt x="15388" y="515518"/>
                  <a:pt x="0" y="500130"/>
                  <a:pt x="0" y="481148"/>
                </a:cubicBezTo>
                <a:lnTo>
                  <a:pt x="0" y="34370"/>
                </a:lnTo>
                <a:cubicBezTo>
                  <a:pt x="0" y="15388"/>
                  <a:pt x="15388" y="0"/>
                  <a:pt x="343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56759" y="3660178"/>
            <a:ext cx="532701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SQLite Backend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6759" y="3866385"/>
            <a:ext cx="531842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Serverless, zero-config database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024" y="4175696"/>
            <a:ext cx="5395755" cy="515518"/>
          </a:xfrm>
          <a:custGeom>
            <a:avLst/>
            <a:gdLst/>
            <a:ahLst/>
            <a:cxnLst/>
            <a:rect l="l" t="t" r="r" b="b"/>
            <a:pathLst>
              <a:path w="5395755" h="515518">
                <a:moveTo>
                  <a:pt x="34370" y="0"/>
                </a:moveTo>
                <a:lnTo>
                  <a:pt x="5361385" y="0"/>
                </a:lnTo>
                <a:cubicBezTo>
                  <a:pt x="5380367" y="0"/>
                  <a:pt x="5395755" y="15388"/>
                  <a:pt x="5395755" y="34370"/>
                </a:cubicBezTo>
                <a:lnTo>
                  <a:pt x="5395755" y="481148"/>
                </a:lnTo>
                <a:cubicBezTo>
                  <a:pt x="5395755" y="500130"/>
                  <a:pt x="5380367" y="515518"/>
                  <a:pt x="5361385" y="515518"/>
                </a:cubicBezTo>
                <a:lnTo>
                  <a:pt x="34370" y="515518"/>
                </a:lnTo>
                <a:cubicBezTo>
                  <a:pt x="15388" y="515518"/>
                  <a:pt x="0" y="500130"/>
                  <a:pt x="0" y="481148"/>
                </a:cubicBezTo>
                <a:lnTo>
                  <a:pt x="0" y="34370"/>
                </a:lnTo>
                <a:cubicBezTo>
                  <a:pt x="0" y="15388"/>
                  <a:pt x="15388" y="0"/>
                  <a:pt x="343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6759" y="4244431"/>
            <a:ext cx="532701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Schema Migration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6759" y="4450638"/>
            <a:ext cx="531842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Alembic-based version control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115" y="5289317"/>
            <a:ext cx="5677571" cy="1467508"/>
          </a:xfrm>
          <a:custGeom>
            <a:avLst/>
            <a:gdLst/>
            <a:ahLst/>
            <a:cxnLst/>
            <a:rect l="l" t="t" r="r" b="b"/>
            <a:pathLst>
              <a:path w="5677571" h="1467508">
                <a:moveTo>
                  <a:pt x="68738" y="0"/>
                </a:moveTo>
                <a:lnTo>
                  <a:pt x="5608833" y="0"/>
                </a:lnTo>
                <a:cubicBezTo>
                  <a:pt x="5646796" y="0"/>
                  <a:pt x="5677571" y="30775"/>
                  <a:pt x="5677571" y="68738"/>
                </a:cubicBezTo>
                <a:lnTo>
                  <a:pt x="5677571" y="1398770"/>
                </a:lnTo>
                <a:cubicBezTo>
                  <a:pt x="5677571" y="1436733"/>
                  <a:pt x="5646796" y="1467508"/>
                  <a:pt x="5608833" y="1467508"/>
                </a:cubicBezTo>
                <a:lnTo>
                  <a:pt x="68738" y="1467508"/>
                </a:lnTo>
                <a:cubicBezTo>
                  <a:pt x="30775" y="1467508"/>
                  <a:pt x="0" y="1436733"/>
                  <a:pt x="0" y="1398770"/>
                </a:cubicBezTo>
                <a:lnTo>
                  <a:pt x="0" y="68738"/>
                </a:lnTo>
                <a:cubicBezTo>
                  <a:pt x="0" y="30800"/>
                  <a:pt x="30800" y="0"/>
                  <a:pt x="6873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39575" y="5447416"/>
            <a:ext cx="154655" cy="206207"/>
          </a:xfrm>
          <a:custGeom>
            <a:avLst/>
            <a:gdLst/>
            <a:ahLst/>
            <a:cxnLst/>
            <a:rect l="l" t="t" r="r" b="b"/>
            <a:pathLst>
              <a:path w="154655" h="206207">
                <a:moveTo>
                  <a:pt x="0" y="25776"/>
                </a:moveTo>
                <a:cubicBezTo>
                  <a:pt x="0" y="11559"/>
                  <a:pt x="11559" y="0"/>
                  <a:pt x="25776" y="0"/>
                </a:cubicBezTo>
                <a:lnTo>
                  <a:pt x="85987" y="0"/>
                </a:lnTo>
                <a:cubicBezTo>
                  <a:pt x="92834" y="0"/>
                  <a:pt x="99398" y="2698"/>
                  <a:pt x="104231" y="7531"/>
                </a:cubicBezTo>
                <a:lnTo>
                  <a:pt x="147124" y="50464"/>
                </a:lnTo>
                <a:cubicBezTo>
                  <a:pt x="151957" y="55297"/>
                  <a:pt x="154655" y="61862"/>
                  <a:pt x="154655" y="68709"/>
                </a:cubicBezTo>
                <a:lnTo>
                  <a:pt x="154655" y="180431"/>
                </a:lnTo>
                <a:cubicBezTo>
                  <a:pt x="154655" y="194648"/>
                  <a:pt x="143097" y="206207"/>
                  <a:pt x="128879" y="206207"/>
                </a:cubicBezTo>
                <a:lnTo>
                  <a:pt x="25776" y="206207"/>
                </a:lnTo>
                <a:cubicBezTo>
                  <a:pt x="11559" y="206207"/>
                  <a:pt x="0" y="194648"/>
                  <a:pt x="0" y="180431"/>
                </a:cubicBezTo>
                <a:lnTo>
                  <a:pt x="0" y="25776"/>
                </a:lnTo>
                <a:close/>
                <a:moveTo>
                  <a:pt x="83772" y="23561"/>
                </a:moveTo>
                <a:lnTo>
                  <a:pt x="83772" y="61218"/>
                </a:lnTo>
                <a:cubicBezTo>
                  <a:pt x="83772" y="66574"/>
                  <a:pt x="88081" y="70884"/>
                  <a:pt x="93438" y="70884"/>
                </a:cubicBezTo>
                <a:lnTo>
                  <a:pt x="131095" y="70884"/>
                </a:lnTo>
                <a:lnTo>
                  <a:pt x="83772" y="23561"/>
                </a:lnTo>
                <a:close/>
                <a:moveTo>
                  <a:pt x="48330" y="103104"/>
                </a:moveTo>
                <a:cubicBezTo>
                  <a:pt x="42973" y="103104"/>
                  <a:pt x="38664" y="107413"/>
                  <a:pt x="38664" y="112770"/>
                </a:cubicBezTo>
                <a:cubicBezTo>
                  <a:pt x="38664" y="118126"/>
                  <a:pt x="42973" y="122436"/>
                  <a:pt x="48330" y="122436"/>
                </a:cubicBezTo>
                <a:lnTo>
                  <a:pt x="106326" y="122436"/>
                </a:lnTo>
                <a:cubicBezTo>
                  <a:pt x="111682" y="122436"/>
                  <a:pt x="115992" y="118126"/>
                  <a:pt x="115992" y="112770"/>
                </a:cubicBezTo>
                <a:cubicBezTo>
                  <a:pt x="115992" y="107413"/>
                  <a:pt x="111682" y="103104"/>
                  <a:pt x="106326" y="103104"/>
                </a:cubicBezTo>
                <a:lnTo>
                  <a:pt x="48330" y="103104"/>
                </a:lnTo>
                <a:close/>
                <a:moveTo>
                  <a:pt x="48330" y="141767"/>
                </a:moveTo>
                <a:cubicBezTo>
                  <a:pt x="42973" y="141767"/>
                  <a:pt x="38664" y="146077"/>
                  <a:pt x="38664" y="151433"/>
                </a:cubicBezTo>
                <a:cubicBezTo>
                  <a:pt x="38664" y="156790"/>
                  <a:pt x="42973" y="161099"/>
                  <a:pt x="48330" y="161099"/>
                </a:cubicBezTo>
                <a:lnTo>
                  <a:pt x="106326" y="161099"/>
                </a:lnTo>
                <a:cubicBezTo>
                  <a:pt x="111682" y="161099"/>
                  <a:pt x="115992" y="156790"/>
                  <a:pt x="115992" y="151433"/>
                </a:cubicBezTo>
                <a:cubicBezTo>
                  <a:pt x="115992" y="146077"/>
                  <a:pt x="111682" y="141767"/>
                  <a:pt x="106326" y="141767"/>
                </a:cubicBezTo>
                <a:lnTo>
                  <a:pt x="48330" y="141767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48886" y="5430232"/>
            <a:ext cx="1658249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YAML Configuration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8024" y="5773910"/>
            <a:ext cx="5464490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 config files</a:t>
            </a:r>
            <a:r>
              <a:rPr lang="en-US" sz="1082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system settings and engine parameters.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8024" y="6100405"/>
            <a:ext cx="5395755" cy="515518"/>
          </a:xfrm>
          <a:custGeom>
            <a:avLst/>
            <a:gdLst/>
            <a:ahLst/>
            <a:cxnLst/>
            <a:rect l="l" t="t" r="r" b="b"/>
            <a:pathLst>
              <a:path w="5395755" h="515518">
                <a:moveTo>
                  <a:pt x="34370" y="0"/>
                </a:moveTo>
                <a:lnTo>
                  <a:pt x="5361385" y="0"/>
                </a:lnTo>
                <a:cubicBezTo>
                  <a:pt x="5380367" y="0"/>
                  <a:pt x="5395755" y="15388"/>
                  <a:pt x="5395755" y="34370"/>
                </a:cubicBezTo>
                <a:lnTo>
                  <a:pt x="5395755" y="481148"/>
                </a:lnTo>
                <a:cubicBezTo>
                  <a:pt x="5395755" y="500130"/>
                  <a:pt x="5380367" y="515518"/>
                  <a:pt x="5361385" y="515518"/>
                </a:cubicBezTo>
                <a:lnTo>
                  <a:pt x="34370" y="515518"/>
                </a:lnTo>
                <a:cubicBezTo>
                  <a:pt x="15388" y="515518"/>
                  <a:pt x="0" y="500130"/>
                  <a:pt x="0" y="481148"/>
                </a:cubicBezTo>
                <a:lnTo>
                  <a:pt x="0" y="34370"/>
                </a:lnTo>
                <a:cubicBezTo>
                  <a:pt x="0" y="15388"/>
                  <a:pt x="15388" y="0"/>
                  <a:pt x="343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56759" y="6169141"/>
            <a:ext cx="532701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Config Sections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6759" y="6375348"/>
            <a:ext cx="531842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Database, API keys, engine parameters, UI preferences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0106" y="1209749"/>
            <a:ext cx="5667261" cy="1457197"/>
          </a:xfrm>
          <a:custGeom>
            <a:avLst/>
            <a:gdLst/>
            <a:ahLst/>
            <a:cxnLst/>
            <a:rect l="l" t="t" r="r" b="b"/>
            <a:pathLst>
              <a:path w="5667261" h="1457197">
                <a:moveTo>
                  <a:pt x="68736" y="0"/>
                </a:moveTo>
                <a:lnTo>
                  <a:pt x="5598525" y="0"/>
                </a:lnTo>
                <a:cubicBezTo>
                  <a:pt x="5636487" y="0"/>
                  <a:pt x="5667261" y="30774"/>
                  <a:pt x="5667261" y="68736"/>
                </a:cubicBezTo>
                <a:lnTo>
                  <a:pt x="5667261" y="1388461"/>
                </a:lnTo>
                <a:cubicBezTo>
                  <a:pt x="5667261" y="1426423"/>
                  <a:pt x="5636487" y="1457197"/>
                  <a:pt x="5598525" y="1457197"/>
                </a:cubicBezTo>
                <a:lnTo>
                  <a:pt x="68736" y="1457197"/>
                </a:lnTo>
                <a:cubicBezTo>
                  <a:pt x="30774" y="1457197"/>
                  <a:pt x="0" y="1426423"/>
                  <a:pt x="0" y="1388461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348818" y="1388458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497030" y="1534522"/>
            <a:ext cx="257759" cy="257759"/>
          </a:xfrm>
          <a:custGeom>
            <a:avLst/>
            <a:gdLst/>
            <a:ahLst/>
            <a:cxnLst/>
            <a:rect l="l" t="t" r="r" b="b"/>
            <a:pathLst>
              <a:path w="257759" h="257759">
                <a:moveTo>
                  <a:pt x="112770" y="0"/>
                </a:moveTo>
                <a:cubicBezTo>
                  <a:pt x="130541" y="0"/>
                  <a:pt x="144989" y="10824"/>
                  <a:pt x="144989" y="24165"/>
                </a:cubicBezTo>
                <a:cubicBezTo>
                  <a:pt x="144989" y="29401"/>
                  <a:pt x="142774" y="34234"/>
                  <a:pt x="138948" y="38211"/>
                </a:cubicBezTo>
                <a:cubicBezTo>
                  <a:pt x="135626" y="41684"/>
                  <a:pt x="132907" y="45913"/>
                  <a:pt x="132907" y="50746"/>
                </a:cubicBezTo>
                <a:cubicBezTo>
                  <a:pt x="132907" y="58298"/>
                  <a:pt x="139049" y="64440"/>
                  <a:pt x="146600" y="64440"/>
                </a:cubicBezTo>
                <a:lnTo>
                  <a:pt x="169154" y="64440"/>
                </a:lnTo>
                <a:cubicBezTo>
                  <a:pt x="182495" y="64440"/>
                  <a:pt x="193319" y="75264"/>
                  <a:pt x="193319" y="88605"/>
                </a:cubicBezTo>
                <a:lnTo>
                  <a:pt x="193319" y="111159"/>
                </a:lnTo>
                <a:cubicBezTo>
                  <a:pt x="193319" y="118710"/>
                  <a:pt x="199461" y="124852"/>
                  <a:pt x="207013" y="124852"/>
                </a:cubicBezTo>
                <a:cubicBezTo>
                  <a:pt x="211795" y="124852"/>
                  <a:pt x="216075" y="122133"/>
                  <a:pt x="219548" y="118811"/>
                </a:cubicBezTo>
                <a:cubicBezTo>
                  <a:pt x="223525" y="115035"/>
                  <a:pt x="228358" y="112770"/>
                  <a:pt x="233594" y="112770"/>
                </a:cubicBezTo>
                <a:cubicBezTo>
                  <a:pt x="246935" y="112770"/>
                  <a:pt x="257759" y="127218"/>
                  <a:pt x="257759" y="144989"/>
                </a:cubicBezTo>
                <a:cubicBezTo>
                  <a:pt x="257759" y="162761"/>
                  <a:pt x="246935" y="177209"/>
                  <a:pt x="233594" y="177209"/>
                </a:cubicBezTo>
                <a:cubicBezTo>
                  <a:pt x="228358" y="177209"/>
                  <a:pt x="223475" y="174994"/>
                  <a:pt x="219548" y="171168"/>
                </a:cubicBezTo>
                <a:cubicBezTo>
                  <a:pt x="216075" y="167845"/>
                  <a:pt x="211846" y="165127"/>
                  <a:pt x="207013" y="165127"/>
                </a:cubicBezTo>
                <a:cubicBezTo>
                  <a:pt x="199461" y="165127"/>
                  <a:pt x="193319" y="171269"/>
                  <a:pt x="193319" y="178820"/>
                </a:cubicBezTo>
                <a:lnTo>
                  <a:pt x="193319" y="233594"/>
                </a:lnTo>
                <a:cubicBezTo>
                  <a:pt x="193319" y="246935"/>
                  <a:pt x="182495" y="257759"/>
                  <a:pt x="169154" y="257759"/>
                </a:cubicBezTo>
                <a:lnTo>
                  <a:pt x="140559" y="257759"/>
                </a:lnTo>
                <a:cubicBezTo>
                  <a:pt x="134115" y="257759"/>
                  <a:pt x="128879" y="252523"/>
                  <a:pt x="128879" y="246079"/>
                </a:cubicBezTo>
                <a:cubicBezTo>
                  <a:pt x="128879" y="241448"/>
                  <a:pt x="131799" y="237370"/>
                  <a:pt x="135525" y="234601"/>
                </a:cubicBezTo>
                <a:cubicBezTo>
                  <a:pt x="141365" y="230221"/>
                  <a:pt x="144989" y="224180"/>
                  <a:pt x="144989" y="217484"/>
                </a:cubicBezTo>
                <a:cubicBezTo>
                  <a:pt x="144989" y="204143"/>
                  <a:pt x="130541" y="193319"/>
                  <a:pt x="112770" y="193319"/>
                </a:cubicBezTo>
                <a:cubicBezTo>
                  <a:pt x="94998" y="193319"/>
                  <a:pt x="80550" y="204143"/>
                  <a:pt x="80550" y="217484"/>
                </a:cubicBezTo>
                <a:cubicBezTo>
                  <a:pt x="80550" y="224180"/>
                  <a:pt x="84174" y="230221"/>
                  <a:pt x="90014" y="234601"/>
                </a:cubicBezTo>
                <a:cubicBezTo>
                  <a:pt x="93740" y="237370"/>
                  <a:pt x="96660" y="241397"/>
                  <a:pt x="96660" y="246079"/>
                </a:cubicBezTo>
                <a:cubicBezTo>
                  <a:pt x="96660" y="252523"/>
                  <a:pt x="91424" y="257759"/>
                  <a:pt x="84980" y="257759"/>
                </a:cubicBezTo>
                <a:lnTo>
                  <a:pt x="24165" y="257759"/>
                </a:lnTo>
                <a:cubicBezTo>
                  <a:pt x="10824" y="257759"/>
                  <a:pt x="0" y="246935"/>
                  <a:pt x="0" y="233594"/>
                </a:cubicBezTo>
                <a:lnTo>
                  <a:pt x="0" y="172779"/>
                </a:lnTo>
                <a:cubicBezTo>
                  <a:pt x="0" y="166335"/>
                  <a:pt x="5236" y="161099"/>
                  <a:pt x="11680" y="161099"/>
                </a:cubicBezTo>
                <a:cubicBezTo>
                  <a:pt x="16311" y="161099"/>
                  <a:pt x="20389" y="164019"/>
                  <a:pt x="23158" y="167745"/>
                </a:cubicBezTo>
                <a:cubicBezTo>
                  <a:pt x="27538" y="173585"/>
                  <a:pt x="33579" y="177209"/>
                  <a:pt x="40275" y="177209"/>
                </a:cubicBezTo>
                <a:cubicBezTo>
                  <a:pt x="53616" y="177209"/>
                  <a:pt x="64440" y="162761"/>
                  <a:pt x="64440" y="144989"/>
                </a:cubicBezTo>
                <a:cubicBezTo>
                  <a:pt x="64440" y="127218"/>
                  <a:pt x="53616" y="112770"/>
                  <a:pt x="40275" y="112770"/>
                </a:cubicBezTo>
                <a:cubicBezTo>
                  <a:pt x="33579" y="112770"/>
                  <a:pt x="27538" y="116394"/>
                  <a:pt x="23158" y="122234"/>
                </a:cubicBezTo>
                <a:cubicBezTo>
                  <a:pt x="20389" y="125960"/>
                  <a:pt x="16362" y="128879"/>
                  <a:pt x="11680" y="128879"/>
                </a:cubicBezTo>
                <a:cubicBezTo>
                  <a:pt x="5236" y="128879"/>
                  <a:pt x="0" y="123644"/>
                  <a:pt x="0" y="117200"/>
                </a:cubicBezTo>
                <a:lnTo>
                  <a:pt x="0" y="88605"/>
                </a:lnTo>
                <a:cubicBezTo>
                  <a:pt x="0" y="75264"/>
                  <a:pt x="10824" y="64440"/>
                  <a:pt x="24165" y="64440"/>
                </a:cubicBezTo>
                <a:lnTo>
                  <a:pt x="78939" y="64440"/>
                </a:lnTo>
                <a:cubicBezTo>
                  <a:pt x="86490" y="64440"/>
                  <a:pt x="92632" y="58298"/>
                  <a:pt x="92632" y="50746"/>
                </a:cubicBezTo>
                <a:cubicBezTo>
                  <a:pt x="92632" y="45964"/>
                  <a:pt x="89914" y="41684"/>
                  <a:pt x="86591" y="38211"/>
                </a:cubicBezTo>
                <a:cubicBezTo>
                  <a:pt x="82815" y="34234"/>
                  <a:pt x="80550" y="29401"/>
                  <a:pt x="80550" y="24165"/>
                </a:cubicBezTo>
                <a:cubicBezTo>
                  <a:pt x="80550" y="10824"/>
                  <a:pt x="94998" y="0"/>
                  <a:pt x="112770" y="0"/>
                </a:cubicBez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036176" y="1422826"/>
            <a:ext cx="2706469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6176" y="1697660"/>
            <a:ext cx="267210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Services &amp; Extensibility Framework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8818" y="2041448"/>
            <a:ext cx="5378571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 capabilities through </a:t>
            </a:r>
            <a:r>
              <a:rPr lang="en-US" sz="1082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 integration</a:t>
            </a:r>
            <a:r>
              <a:rPr lang="en-US" sz="1082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plugin architecture for custom analysis modules.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6669" y="2780362"/>
            <a:ext cx="5677571" cy="2326704"/>
          </a:xfrm>
          <a:custGeom>
            <a:avLst/>
            <a:gdLst/>
            <a:ahLst/>
            <a:cxnLst/>
            <a:rect l="l" t="t" r="r" b="b"/>
            <a:pathLst>
              <a:path w="5677571" h="2326704">
                <a:moveTo>
                  <a:pt x="68731" y="0"/>
                </a:moveTo>
                <a:lnTo>
                  <a:pt x="5608840" y="0"/>
                </a:lnTo>
                <a:cubicBezTo>
                  <a:pt x="5646799" y="0"/>
                  <a:pt x="5677571" y="30772"/>
                  <a:pt x="5677571" y="68731"/>
                </a:cubicBezTo>
                <a:lnTo>
                  <a:pt x="5677571" y="2257974"/>
                </a:lnTo>
                <a:cubicBezTo>
                  <a:pt x="5677571" y="2295933"/>
                  <a:pt x="5646799" y="2326704"/>
                  <a:pt x="5608840" y="2326704"/>
                </a:cubicBezTo>
                <a:lnTo>
                  <a:pt x="68731" y="2326704"/>
                </a:lnTo>
                <a:cubicBezTo>
                  <a:pt x="30772" y="2326704"/>
                  <a:pt x="0" y="2295933"/>
                  <a:pt x="0" y="2257974"/>
                </a:cubicBezTo>
                <a:lnTo>
                  <a:pt x="0" y="68731"/>
                </a:lnTo>
                <a:cubicBezTo>
                  <a:pt x="0" y="30797"/>
                  <a:pt x="30797" y="0"/>
                  <a:pt x="6873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00B2D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333353" y="2938452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102056" y="1168"/>
                </a:moveTo>
                <a:cubicBezTo>
                  <a:pt x="100365" y="403"/>
                  <a:pt x="98553" y="0"/>
                  <a:pt x="96660" y="0"/>
                </a:cubicBezTo>
                <a:cubicBezTo>
                  <a:pt x="94767" y="0"/>
                  <a:pt x="92954" y="403"/>
                  <a:pt x="91263" y="1168"/>
                </a:cubicBezTo>
                <a:lnTo>
                  <a:pt x="15425" y="33348"/>
                </a:lnTo>
                <a:cubicBezTo>
                  <a:pt x="6565" y="37093"/>
                  <a:pt x="-40" y="45833"/>
                  <a:pt x="0" y="56385"/>
                </a:cubicBezTo>
                <a:cubicBezTo>
                  <a:pt x="201" y="96337"/>
                  <a:pt x="16634" y="169436"/>
                  <a:pt x="86027" y="202663"/>
                </a:cubicBezTo>
                <a:cubicBezTo>
                  <a:pt x="92753" y="205885"/>
                  <a:pt x="100566" y="205885"/>
                  <a:pt x="107292" y="202663"/>
                </a:cubicBezTo>
                <a:cubicBezTo>
                  <a:pt x="176726" y="169436"/>
                  <a:pt x="193158" y="96337"/>
                  <a:pt x="193319" y="56385"/>
                </a:cubicBezTo>
                <a:cubicBezTo>
                  <a:pt x="193360" y="45833"/>
                  <a:pt x="186754" y="37093"/>
                  <a:pt x="177894" y="33348"/>
                </a:cubicBezTo>
                <a:lnTo>
                  <a:pt x="102056" y="1168"/>
                </a:lnTo>
                <a:close/>
                <a:moveTo>
                  <a:pt x="96660" y="51552"/>
                </a:moveTo>
                <a:cubicBezTo>
                  <a:pt x="102016" y="51552"/>
                  <a:pt x="106326" y="55861"/>
                  <a:pt x="106326" y="61218"/>
                </a:cubicBezTo>
                <a:cubicBezTo>
                  <a:pt x="106326" y="70441"/>
                  <a:pt x="117482" y="75072"/>
                  <a:pt x="124006" y="68548"/>
                </a:cubicBezTo>
                <a:cubicBezTo>
                  <a:pt x="127792" y="64762"/>
                  <a:pt x="133914" y="64762"/>
                  <a:pt x="137659" y="68548"/>
                </a:cubicBezTo>
                <a:cubicBezTo>
                  <a:pt x="141405" y="72334"/>
                  <a:pt x="141445" y="78455"/>
                  <a:pt x="137659" y="82201"/>
                </a:cubicBezTo>
                <a:cubicBezTo>
                  <a:pt x="131135" y="88725"/>
                  <a:pt x="135766" y="99882"/>
                  <a:pt x="144989" y="99882"/>
                </a:cubicBezTo>
                <a:cubicBezTo>
                  <a:pt x="150346" y="99882"/>
                  <a:pt x="154655" y="104191"/>
                  <a:pt x="154655" y="109548"/>
                </a:cubicBezTo>
                <a:cubicBezTo>
                  <a:pt x="154655" y="114904"/>
                  <a:pt x="150346" y="119214"/>
                  <a:pt x="144989" y="119214"/>
                </a:cubicBezTo>
                <a:cubicBezTo>
                  <a:pt x="135766" y="119214"/>
                  <a:pt x="131135" y="130370"/>
                  <a:pt x="137659" y="136894"/>
                </a:cubicBezTo>
                <a:cubicBezTo>
                  <a:pt x="141445" y="140680"/>
                  <a:pt x="141445" y="146802"/>
                  <a:pt x="137659" y="150547"/>
                </a:cubicBezTo>
                <a:cubicBezTo>
                  <a:pt x="133874" y="154293"/>
                  <a:pt x="127752" y="154333"/>
                  <a:pt x="124006" y="150547"/>
                </a:cubicBezTo>
                <a:cubicBezTo>
                  <a:pt x="117482" y="144023"/>
                  <a:pt x="106326" y="148654"/>
                  <a:pt x="106326" y="157877"/>
                </a:cubicBezTo>
                <a:cubicBezTo>
                  <a:pt x="106326" y="163234"/>
                  <a:pt x="102016" y="167543"/>
                  <a:pt x="96660" y="167543"/>
                </a:cubicBezTo>
                <a:cubicBezTo>
                  <a:pt x="91303" y="167543"/>
                  <a:pt x="86994" y="163234"/>
                  <a:pt x="86994" y="157877"/>
                </a:cubicBezTo>
                <a:cubicBezTo>
                  <a:pt x="86994" y="148654"/>
                  <a:pt x="75838" y="144023"/>
                  <a:pt x="69313" y="150547"/>
                </a:cubicBezTo>
                <a:cubicBezTo>
                  <a:pt x="65527" y="154333"/>
                  <a:pt x="59405" y="154333"/>
                  <a:pt x="55660" y="150547"/>
                </a:cubicBezTo>
                <a:cubicBezTo>
                  <a:pt x="51914" y="146762"/>
                  <a:pt x="51874" y="140640"/>
                  <a:pt x="55660" y="136894"/>
                </a:cubicBezTo>
                <a:cubicBezTo>
                  <a:pt x="62184" y="130370"/>
                  <a:pt x="57553" y="119214"/>
                  <a:pt x="48330" y="119214"/>
                </a:cubicBezTo>
                <a:cubicBezTo>
                  <a:pt x="42973" y="119214"/>
                  <a:pt x="38664" y="114904"/>
                  <a:pt x="38664" y="109548"/>
                </a:cubicBezTo>
                <a:cubicBezTo>
                  <a:pt x="38664" y="104191"/>
                  <a:pt x="42973" y="99882"/>
                  <a:pt x="48330" y="99882"/>
                </a:cubicBezTo>
                <a:cubicBezTo>
                  <a:pt x="57553" y="99882"/>
                  <a:pt x="62184" y="88725"/>
                  <a:pt x="55660" y="82201"/>
                </a:cubicBezTo>
                <a:cubicBezTo>
                  <a:pt x="51874" y="78415"/>
                  <a:pt x="51874" y="72293"/>
                  <a:pt x="55660" y="68548"/>
                </a:cubicBezTo>
                <a:cubicBezTo>
                  <a:pt x="59446" y="64802"/>
                  <a:pt x="65567" y="64762"/>
                  <a:pt x="69313" y="68548"/>
                </a:cubicBezTo>
                <a:cubicBezTo>
                  <a:pt x="75838" y="75072"/>
                  <a:pt x="86994" y="70441"/>
                  <a:pt x="86994" y="61218"/>
                </a:cubicBezTo>
                <a:cubicBezTo>
                  <a:pt x="86994" y="55861"/>
                  <a:pt x="91303" y="51552"/>
                  <a:pt x="96660" y="51552"/>
                </a:cubicBezTo>
                <a:close/>
                <a:moveTo>
                  <a:pt x="83772" y="106326"/>
                </a:moveTo>
                <a:cubicBezTo>
                  <a:pt x="89106" y="106326"/>
                  <a:pt x="93438" y="101994"/>
                  <a:pt x="93438" y="96660"/>
                </a:cubicBezTo>
                <a:cubicBezTo>
                  <a:pt x="93438" y="91325"/>
                  <a:pt x="89106" y="86994"/>
                  <a:pt x="83772" y="86994"/>
                </a:cubicBezTo>
                <a:cubicBezTo>
                  <a:pt x="78437" y="86994"/>
                  <a:pt x="74106" y="91325"/>
                  <a:pt x="74106" y="96660"/>
                </a:cubicBezTo>
                <a:cubicBezTo>
                  <a:pt x="74106" y="101994"/>
                  <a:pt x="78437" y="106326"/>
                  <a:pt x="83772" y="106326"/>
                </a:cubicBezTo>
                <a:close/>
                <a:moveTo>
                  <a:pt x="119214" y="122436"/>
                </a:moveTo>
                <a:cubicBezTo>
                  <a:pt x="119214" y="117101"/>
                  <a:pt x="114882" y="112770"/>
                  <a:pt x="109548" y="112770"/>
                </a:cubicBezTo>
                <a:cubicBezTo>
                  <a:pt x="104213" y="112770"/>
                  <a:pt x="99882" y="117101"/>
                  <a:pt x="99882" y="122436"/>
                </a:cubicBezTo>
                <a:cubicBezTo>
                  <a:pt x="99882" y="127770"/>
                  <a:pt x="104213" y="132101"/>
                  <a:pt x="109548" y="132101"/>
                </a:cubicBezTo>
                <a:cubicBezTo>
                  <a:pt x="114882" y="132101"/>
                  <a:pt x="119214" y="127770"/>
                  <a:pt x="119214" y="12243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668440" y="2921268"/>
            <a:ext cx="1177099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VirusTotal API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7577" y="3264947"/>
            <a:ext cx="5464490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with </a:t>
            </a:r>
            <a:r>
              <a:rPr lang="en-US" sz="1082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70+ antivirus engines</a:t>
            </a:r>
            <a:r>
              <a:rPr lang="en-US" sz="1082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comprehensive scanning and reputation checks.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3353" y="3608626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116743" y="18822"/>
                </a:moveTo>
                <a:cubicBezTo>
                  <a:pt x="120583" y="21614"/>
                  <a:pt x="121442" y="26984"/>
                  <a:pt x="118650" y="30824"/>
                </a:cubicBezTo>
                <a:lnTo>
                  <a:pt x="49914" y="125335"/>
                </a:lnTo>
                <a:cubicBezTo>
                  <a:pt x="48437" y="127376"/>
                  <a:pt x="46155" y="128638"/>
                  <a:pt x="43631" y="128853"/>
                </a:cubicBezTo>
                <a:cubicBezTo>
                  <a:pt x="41107" y="129067"/>
                  <a:pt x="38664" y="128128"/>
                  <a:pt x="36892" y="126356"/>
                </a:cubicBezTo>
                <a:lnTo>
                  <a:pt x="2524" y="91988"/>
                </a:lnTo>
                <a:cubicBezTo>
                  <a:pt x="-832" y="88632"/>
                  <a:pt x="-832" y="83181"/>
                  <a:pt x="2524" y="79825"/>
                </a:cubicBezTo>
                <a:cubicBezTo>
                  <a:pt x="5880" y="76468"/>
                  <a:pt x="11331" y="76468"/>
                  <a:pt x="14687" y="79825"/>
                </a:cubicBezTo>
                <a:lnTo>
                  <a:pt x="41940" y="107077"/>
                </a:lnTo>
                <a:lnTo>
                  <a:pt x="104768" y="20701"/>
                </a:lnTo>
                <a:cubicBezTo>
                  <a:pt x="107561" y="16862"/>
                  <a:pt x="112931" y="16003"/>
                  <a:pt x="116770" y="1879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48152" y="3591442"/>
            <a:ext cx="121146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Multi-engine scanning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3353" y="3849201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116743" y="18822"/>
                </a:moveTo>
                <a:cubicBezTo>
                  <a:pt x="120583" y="21614"/>
                  <a:pt x="121442" y="26984"/>
                  <a:pt x="118650" y="30824"/>
                </a:cubicBezTo>
                <a:lnTo>
                  <a:pt x="49914" y="125335"/>
                </a:lnTo>
                <a:cubicBezTo>
                  <a:pt x="48437" y="127376"/>
                  <a:pt x="46155" y="128638"/>
                  <a:pt x="43631" y="128853"/>
                </a:cubicBezTo>
                <a:cubicBezTo>
                  <a:pt x="41107" y="129067"/>
                  <a:pt x="38664" y="128128"/>
                  <a:pt x="36892" y="126356"/>
                </a:cubicBezTo>
                <a:lnTo>
                  <a:pt x="2524" y="91988"/>
                </a:lnTo>
                <a:cubicBezTo>
                  <a:pt x="-832" y="88632"/>
                  <a:pt x="-832" y="83181"/>
                  <a:pt x="2524" y="79825"/>
                </a:cubicBezTo>
                <a:cubicBezTo>
                  <a:pt x="5880" y="76468"/>
                  <a:pt x="11331" y="76468"/>
                  <a:pt x="14687" y="79825"/>
                </a:cubicBezTo>
                <a:lnTo>
                  <a:pt x="41940" y="107077"/>
                </a:lnTo>
                <a:lnTo>
                  <a:pt x="104768" y="20701"/>
                </a:lnTo>
                <a:cubicBezTo>
                  <a:pt x="107561" y="16862"/>
                  <a:pt x="112931" y="16003"/>
                  <a:pt x="116770" y="1879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548152" y="3832017"/>
            <a:ext cx="98807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analysis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3353" y="4089776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116743" y="18822"/>
                </a:moveTo>
                <a:cubicBezTo>
                  <a:pt x="120583" y="21614"/>
                  <a:pt x="121442" y="26984"/>
                  <a:pt x="118650" y="30824"/>
                </a:cubicBezTo>
                <a:lnTo>
                  <a:pt x="49914" y="125335"/>
                </a:lnTo>
                <a:cubicBezTo>
                  <a:pt x="48437" y="127376"/>
                  <a:pt x="46155" y="128638"/>
                  <a:pt x="43631" y="128853"/>
                </a:cubicBezTo>
                <a:cubicBezTo>
                  <a:pt x="41107" y="129067"/>
                  <a:pt x="38664" y="128128"/>
                  <a:pt x="36892" y="126356"/>
                </a:cubicBezTo>
                <a:lnTo>
                  <a:pt x="2524" y="91988"/>
                </a:lnTo>
                <a:cubicBezTo>
                  <a:pt x="-832" y="88632"/>
                  <a:pt x="-832" y="83181"/>
                  <a:pt x="2524" y="79825"/>
                </a:cubicBezTo>
                <a:cubicBezTo>
                  <a:pt x="5880" y="76468"/>
                  <a:pt x="11331" y="76468"/>
                  <a:pt x="14687" y="79825"/>
                </a:cubicBezTo>
                <a:lnTo>
                  <a:pt x="41940" y="107077"/>
                </a:lnTo>
                <a:lnTo>
                  <a:pt x="104768" y="20701"/>
                </a:lnTo>
                <a:cubicBezTo>
                  <a:pt x="107561" y="16862"/>
                  <a:pt x="112931" y="16003"/>
                  <a:pt x="116770" y="18795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48152" y="4072592"/>
            <a:ext cx="79905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reputation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6669" y="5220581"/>
            <a:ext cx="5677571" cy="1536244"/>
          </a:xfrm>
          <a:custGeom>
            <a:avLst/>
            <a:gdLst/>
            <a:ahLst/>
            <a:cxnLst/>
            <a:rect l="l" t="t" r="r" b="b"/>
            <a:pathLst>
              <a:path w="5677571" h="1536244">
                <a:moveTo>
                  <a:pt x="68732" y="0"/>
                </a:moveTo>
                <a:lnTo>
                  <a:pt x="5608840" y="0"/>
                </a:lnTo>
                <a:cubicBezTo>
                  <a:pt x="5646799" y="0"/>
                  <a:pt x="5677571" y="30772"/>
                  <a:pt x="5677571" y="68732"/>
                </a:cubicBezTo>
                <a:lnTo>
                  <a:pt x="5677571" y="1467512"/>
                </a:lnTo>
                <a:cubicBezTo>
                  <a:pt x="5677571" y="1505471"/>
                  <a:pt x="5646799" y="1536244"/>
                  <a:pt x="5608840" y="1536244"/>
                </a:cubicBezTo>
                <a:lnTo>
                  <a:pt x="68732" y="1536244"/>
                </a:lnTo>
                <a:cubicBezTo>
                  <a:pt x="30772" y="1536244"/>
                  <a:pt x="0" y="1505471"/>
                  <a:pt x="0" y="1467512"/>
                </a:cubicBezTo>
                <a:lnTo>
                  <a:pt x="0" y="68732"/>
                </a:lnTo>
                <a:cubicBezTo>
                  <a:pt x="0" y="30772"/>
                  <a:pt x="30772" y="0"/>
                  <a:pt x="68732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0000"/>
                </a:srgbClr>
              </a:gs>
              <a:gs pos="100000">
                <a:srgbClr val="3D4350">
                  <a:alpha val="10000"/>
                </a:srgbClr>
              </a:gs>
            </a:gsLst>
            <a:lin ang="2700000" scaled="1"/>
          </a:gradFill>
          <a:ln w="10160">
            <a:solidFill>
              <a:srgbClr val="5F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333353" y="5378680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90336" y="-1007"/>
                </a:moveTo>
                <a:cubicBezTo>
                  <a:pt x="98311" y="-5598"/>
                  <a:pt x="108138" y="-5598"/>
                  <a:pt x="116112" y="-1007"/>
                </a:cubicBezTo>
                <a:lnTo>
                  <a:pt x="186956" y="39872"/>
                </a:lnTo>
                <a:cubicBezTo>
                  <a:pt x="194930" y="44463"/>
                  <a:pt x="199844" y="53002"/>
                  <a:pt x="199844" y="62184"/>
                </a:cubicBezTo>
                <a:lnTo>
                  <a:pt x="199844" y="143942"/>
                </a:lnTo>
                <a:cubicBezTo>
                  <a:pt x="199844" y="153165"/>
                  <a:pt x="194930" y="161663"/>
                  <a:pt x="186956" y="166255"/>
                </a:cubicBezTo>
                <a:lnTo>
                  <a:pt x="116112" y="207214"/>
                </a:lnTo>
                <a:cubicBezTo>
                  <a:pt x="108138" y="211805"/>
                  <a:pt x="98311" y="211805"/>
                  <a:pt x="90336" y="207214"/>
                </a:cubicBezTo>
                <a:lnTo>
                  <a:pt x="19533" y="166335"/>
                </a:lnTo>
                <a:cubicBezTo>
                  <a:pt x="11559" y="161744"/>
                  <a:pt x="6645" y="153205"/>
                  <a:pt x="6645" y="144023"/>
                </a:cubicBezTo>
                <a:lnTo>
                  <a:pt x="6645" y="62265"/>
                </a:lnTo>
                <a:cubicBezTo>
                  <a:pt x="6645" y="53042"/>
                  <a:pt x="11559" y="44544"/>
                  <a:pt x="19533" y="39953"/>
                </a:cubicBezTo>
                <a:lnTo>
                  <a:pt x="90336" y="-1007"/>
                </a:lnTo>
                <a:close/>
                <a:moveTo>
                  <a:pt x="174028" y="143983"/>
                </a:moveTo>
                <a:lnTo>
                  <a:pt x="174028" y="77086"/>
                </a:lnTo>
                <a:lnTo>
                  <a:pt x="116112" y="110514"/>
                </a:lnTo>
                <a:lnTo>
                  <a:pt x="116112" y="177411"/>
                </a:lnTo>
                <a:lnTo>
                  <a:pt x="174028" y="143983"/>
                </a:ln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668440" y="5361496"/>
            <a:ext cx="945116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Plugin SDK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07577" y="5705175"/>
            <a:ext cx="5464490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 framework</a:t>
            </a:r>
            <a:r>
              <a:rPr lang="en-US" sz="1082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enabling custom analysis modules and integrations.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7577" y="6031669"/>
            <a:ext cx="5395755" cy="584254"/>
          </a:xfrm>
          <a:custGeom>
            <a:avLst/>
            <a:gdLst/>
            <a:ahLst/>
            <a:cxnLst/>
            <a:rect l="l" t="t" r="r" b="b"/>
            <a:pathLst>
              <a:path w="5395755" h="584254">
                <a:moveTo>
                  <a:pt x="34366" y="0"/>
                </a:moveTo>
                <a:lnTo>
                  <a:pt x="5361389" y="0"/>
                </a:lnTo>
                <a:cubicBezTo>
                  <a:pt x="5380369" y="0"/>
                  <a:pt x="5395755" y="15386"/>
                  <a:pt x="5395755" y="34366"/>
                </a:cubicBezTo>
                <a:lnTo>
                  <a:pt x="5395755" y="549888"/>
                </a:lnTo>
                <a:cubicBezTo>
                  <a:pt x="5395755" y="568868"/>
                  <a:pt x="5380369" y="584254"/>
                  <a:pt x="5361389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410681" y="6134773"/>
            <a:ext cx="525828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SDK Features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10681" y="6340980"/>
            <a:ext cx="5249691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API, sample access, result reporting, UI integration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698fb7442ed8f3f2256e3738fee11672a206eb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112" b="3112"/>
          <a:stretch/>
        </p:blipFill>
        <p:spPr>
          <a:xfrm>
            <a:off x="0" y="0"/>
            <a:ext cx="12192000" cy="762214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622143"/>
          </a:xfrm>
          <a:custGeom>
            <a:avLst/>
            <a:gdLst/>
            <a:ahLst/>
            <a:cxnLst/>
            <a:rect l="l" t="t" r="r" b="b"/>
            <a:pathLst>
              <a:path w="12192000" h="7622143">
                <a:moveTo>
                  <a:pt x="0" y="0"/>
                </a:moveTo>
                <a:lnTo>
                  <a:pt x="12192000" y="0"/>
                </a:lnTo>
                <a:lnTo>
                  <a:pt x="12192000" y="7622143"/>
                </a:lnTo>
                <a:lnTo>
                  <a:pt x="0" y="762214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42954" y="428692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80135" y="565873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57994" y="0"/>
                </a:moveTo>
                <a:lnTo>
                  <a:pt x="148019" y="0"/>
                </a:lnTo>
                <a:cubicBezTo>
                  <a:pt x="158670" y="0"/>
                  <a:pt x="167351" y="8761"/>
                  <a:pt x="166949" y="19372"/>
                </a:cubicBezTo>
                <a:cubicBezTo>
                  <a:pt x="166868" y="21502"/>
                  <a:pt x="166788" y="23632"/>
                  <a:pt x="166667" y="25722"/>
                </a:cubicBezTo>
                <a:lnTo>
                  <a:pt x="186602" y="25722"/>
                </a:lnTo>
                <a:cubicBezTo>
                  <a:pt x="197091" y="25722"/>
                  <a:pt x="206335" y="34403"/>
                  <a:pt x="205531" y="45736"/>
                </a:cubicBezTo>
                <a:cubicBezTo>
                  <a:pt x="202517" y="87413"/>
                  <a:pt x="181216" y="110321"/>
                  <a:pt x="158107" y="122298"/>
                </a:cubicBezTo>
                <a:cubicBezTo>
                  <a:pt x="151757" y="125593"/>
                  <a:pt x="145286" y="128045"/>
                  <a:pt x="139137" y="129853"/>
                </a:cubicBezTo>
                <a:cubicBezTo>
                  <a:pt x="131019" y="141348"/>
                  <a:pt x="122579" y="147416"/>
                  <a:pt x="115867" y="150672"/>
                </a:cubicBezTo>
                <a:lnTo>
                  <a:pt x="115867" y="180051"/>
                </a:lnTo>
                <a:lnTo>
                  <a:pt x="141589" y="180051"/>
                </a:lnTo>
                <a:cubicBezTo>
                  <a:pt x="148703" y="180051"/>
                  <a:pt x="154450" y="185798"/>
                  <a:pt x="154450" y="192911"/>
                </a:cubicBezTo>
                <a:cubicBezTo>
                  <a:pt x="154450" y="200025"/>
                  <a:pt x="148703" y="205772"/>
                  <a:pt x="141589" y="205772"/>
                </a:cubicBezTo>
                <a:lnTo>
                  <a:pt x="64424" y="205772"/>
                </a:lnTo>
                <a:cubicBezTo>
                  <a:pt x="57311" y="205772"/>
                  <a:pt x="51564" y="200025"/>
                  <a:pt x="51564" y="192911"/>
                </a:cubicBezTo>
                <a:cubicBezTo>
                  <a:pt x="51564" y="185798"/>
                  <a:pt x="57311" y="180051"/>
                  <a:pt x="64424" y="180051"/>
                </a:cubicBezTo>
                <a:lnTo>
                  <a:pt x="90146" y="180051"/>
                </a:lnTo>
                <a:lnTo>
                  <a:pt x="90146" y="150672"/>
                </a:lnTo>
                <a:cubicBezTo>
                  <a:pt x="83716" y="147577"/>
                  <a:pt x="75718" y="141830"/>
                  <a:pt x="67921" y="131260"/>
                </a:cubicBezTo>
                <a:cubicBezTo>
                  <a:pt x="60526" y="129331"/>
                  <a:pt x="52488" y="126397"/>
                  <a:pt x="44651" y="121976"/>
                </a:cubicBezTo>
                <a:cubicBezTo>
                  <a:pt x="22908" y="109799"/>
                  <a:pt x="3296" y="86850"/>
                  <a:pt x="482" y="45656"/>
                </a:cubicBezTo>
                <a:cubicBezTo>
                  <a:pt x="-281" y="34362"/>
                  <a:pt x="8922" y="25681"/>
                  <a:pt x="19412" y="25681"/>
                </a:cubicBezTo>
                <a:lnTo>
                  <a:pt x="39346" y="25681"/>
                </a:lnTo>
                <a:cubicBezTo>
                  <a:pt x="39225" y="23591"/>
                  <a:pt x="39145" y="21502"/>
                  <a:pt x="39065" y="19331"/>
                </a:cubicBezTo>
                <a:cubicBezTo>
                  <a:pt x="38663" y="8681"/>
                  <a:pt x="47344" y="-40"/>
                  <a:pt x="57994" y="-40"/>
                </a:cubicBezTo>
                <a:close/>
                <a:moveTo>
                  <a:pt x="40793" y="45013"/>
                </a:moveTo>
                <a:lnTo>
                  <a:pt x="19733" y="45013"/>
                </a:lnTo>
                <a:cubicBezTo>
                  <a:pt x="22225" y="79053"/>
                  <a:pt x="37859" y="96094"/>
                  <a:pt x="53975" y="105137"/>
                </a:cubicBezTo>
                <a:cubicBezTo>
                  <a:pt x="48188" y="90146"/>
                  <a:pt x="43405" y="70573"/>
                  <a:pt x="40793" y="45013"/>
                </a:cubicBezTo>
                <a:close/>
                <a:moveTo>
                  <a:pt x="152722" y="103208"/>
                </a:moveTo>
                <a:cubicBezTo>
                  <a:pt x="168998" y="93642"/>
                  <a:pt x="183708" y="76642"/>
                  <a:pt x="186200" y="45013"/>
                </a:cubicBezTo>
                <a:lnTo>
                  <a:pt x="165180" y="45013"/>
                </a:lnTo>
                <a:cubicBezTo>
                  <a:pt x="162689" y="69488"/>
                  <a:pt x="158187" y="88498"/>
                  <a:pt x="152722" y="10320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960270" y="342954"/>
            <a:ext cx="4895662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Advantages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270" y="754498"/>
            <a:ext cx="477562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AI-CERBERUS Leads in Threat Detection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9813" y="1207197"/>
            <a:ext cx="5672452" cy="2517279"/>
          </a:xfrm>
          <a:custGeom>
            <a:avLst/>
            <a:gdLst/>
            <a:ahLst/>
            <a:cxnLst/>
            <a:rect l="l" t="t" r="r" b="b"/>
            <a:pathLst>
              <a:path w="5672452" h="2517279">
                <a:moveTo>
                  <a:pt x="68596" y="0"/>
                </a:moveTo>
                <a:lnTo>
                  <a:pt x="5603856" y="0"/>
                </a:lnTo>
                <a:cubicBezTo>
                  <a:pt x="5641741" y="0"/>
                  <a:pt x="5672452" y="30711"/>
                  <a:pt x="5672452" y="68596"/>
                </a:cubicBezTo>
                <a:lnTo>
                  <a:pt x="5672452" y="2448683"/>
                </a:lnTo>
                <a:cubicBezTo>
                  <a:pt x="5672452" y="2486568"/>
                  <a:pt x="5641741" y="2517279"/>
                  <a:pt x="5603856" y="2517279"/>
                </a:cubicBezTo>
                <a:lnTo>
                  <a:pt x="68596" y="2517279"/>
                </a:lnTo>
                <a:cubicBezTo>
                  <a:pt x="30711" y="2517279"/>
                  <a:pt x="0" y="2486568"/>
                  <a:pt x="0" y="2448683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28149" y="1385529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76047" y="1531284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128608" y="0"/>
                </a:moveTo>
                <a:cubicBezTo>
                  <a:pt x="130919" y="0"/>
                  <a:pt x="133229" y="502"/>
                  <a:pt x="135339" y="1457"/>
                </a:cubicBezTo>
                <a:lnTo>
                  <a:pt x="229987" y="41597"/>
                </a:lnTo>
                <a:cubicBezTo>
                  <a:pt x="241039" y="46269"/>
                  <a:pt x="249278" y="57170"/>
                  <a:pt x="249227" y="70332"/>
                </a:cubicBezTo>
                <a:cubicBezTo>
                  <a:pt x="248976" y="120168"/>
                  <a:pt x="228479" y="211348"/>
                  <a:pt x="141920" y="252794"/>
                </a:cubicBezTo>
                <a:cubicBezTo>
                  <a:pt x="133531" y="256813"/>
                  <a:pt x="123785" y="256813"/>
                  <a:pt x="115395" y="252794"/>
                </a:cubicBezTo>
                <a:cubicBezTo>
                  <a:pt x="28786" y="211348"/>
                  <a:pt x="8339" y="120168"/>
                  <a:pt x="8088" y="70332"/>
                </a:cubicBezTo>
                <a:cubicBezTo>
                  <a:pt x="8038" y="57170"/>
                  <a:pt x="16277" y="46269"/>
                  <a:pt x="27329" y="41597"/>
                </a:cubicBezTo>
                <a:lnTo>
                  <a:pt x="121926" y="1457"/>
                </a:lnTo>
                <a:cubicBezTo>
                  <a:pt x="124036" y="502"/>
                  <a:pt x="126297" y="0"/>
                  <a:pt x="128608" y="0"/>
                </a:cubicBezTo>
                <a:close/>
                <a:moveTo>
                  <a:pt x="128608" y="33559"/>
                </a:moveTo>
                <a:lnTo>
                  <a:pt x="128608" y="223506"/>
                </a:lnTo>
                <a:cubicBezTo>
                  <a:pt x="197935" y="189947"/>
                  <a:pt x="216573" y="115596"/>
                  <a:pt x="217025" y="71086"/>
                </a:cubicBezTo>
                <a:lnTo>
                  <a:pt x="128608" y="33609"/>
                </a:lnTo>
                <a:lnTo>
                  <a:pt x="128608" y="33609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214056" y="1419824"/>
            <a:ext cx="2237772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Multi-Layered Defense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14056" y="1694079"/>
            <a:ext cx="220347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Threat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149" y="2037141"/>
            <a:ext cx="5384371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triple-headed detection engine combines </a:t>
            </a:r>
            <a:r>
              <a:rPr lang="en-US" sz="108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ML, signatures, and behavioral analysis</a:t>
            </a: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unmatched detection rates.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5296" y="262016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68216" y="2585867"/>
            <a:ext cx="172334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99.2%</a:t>
            </a: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overall detection rate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5296" y="289452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68216" y="2860230"/>
            <a:ext cx="144040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0.3%</a:t>
            </a: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false positive rate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5296" y="31688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216" y="3134592"/>
            <a:ext cx="21177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from known to zero-day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307" y="1207197"/>
            <a:ext cx="5672452" cy="2517279"/>
          </a:xfrm>
          <a:custGeom>
            <a:avLst/>
            <a:gdLst/>
            <a:ahLst/>
            <a:cxnLst/>
            <a:rect l="l" t="t" r="r" b="b"/>
            <a:pathLst>
              <a:path w="5672452" h="2517279">
                <a:moveTo>
                  <a:pt x="68596" y="0"/>
                </a:moveTo>
                <a:lnTo>
                  <a:pt x="5603856" y="0"/>
                </a:lnTo>
                <a:cubicBezTo>
                  <a:pt x="5641741" y="0"/>
                  <a:pt x="5672452" y="30711"/>
                  <a:pt x="5672452" y="68596"/>
                </a:cubicBezTo>
                <a:lnTo>
                  <a:pt x="5672452" y="2448683"/>
                </a:lnTo>
                <a:cubicBezTo>
                  <a:pt x="5672452" y="2486568"/>
                  <a:pt x="5641741" y="2517279"/>
                  <a:pt x="5603856" y="2517279"/>
                </a:cubicBezTo>
                <a:lnTo>
                  <a:pt x="68596" y="2517279"/>
                </a:lnTo>
                <a:cubicBezTo>
                  <a:pt x="30711" y="2517279"/>
                  <a:pt x="0" y="2486568"/>
                  <a:pt x="0" y="2448683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350643" y="1385529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498542" y="1531284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142674" y="-653"/>
                </a:moveTo>
                <a:cubicBezTo>
                  <a:pt x="133983" y="-5677"/>
                  <a:pt x="123232" y="-5677"/>
                  <a:pt x="114541" y="-653"/>
                </a:cubicBezTo>
                <a:lnTo>
                  <a:pt x="72241" y="23762"/>
                </a:lnTo>
                <a:cubicBezTo>
                  <a:pt x="63550" y="28786"/>
                  <a:pt x="58175" y="38080"/>
                  <a:pt x="58175" y="48127"/>
                </a:cubicBezTo>
                <a:lnTo>
                  <a:pt x="58175" y="99319"/>
                </a:lnTo>
                <a:lnTo>
                  <a:pt x="13815" y="124940"/>
                </a:lnTo>
                <a:cubicBezTo>
                  <a:pt x="5124" y="129964"/>
                  <a:pt x="-251" y="139258"/>
                  <a:pt x="-251" y="149305"/>
                </a:cubicBezTo>
                <a:lnTo>
                  <a:pt x="-251" y="198186"/>
                </a:lnTo>
                <a:cubicBezTo>
                  <a:pt x="-251" y="208234"/>
                  <a:pt x="5124" y="217528"/>
                  <a:pt x="13815" y="222551"/>
                </a:cubicBezTo>
                <a:lnTo>
                  <a:pt x="56165" y="246967"/>
                </a:lnTo>
                <a:cubicBezTo>
                  <a:pt x="64856" y="251991"/>
                  <a:pt x="75607" y="251991"/>
                  <a:pt x="84298" y="246967"/>
                </a:cubicBezTo>
                <a:lnTo>
                  <a:pt x="128658" y="221346"/>
                </a:lnTo>
                <a:lnTo>
                  <a:pt x="173017" y="246967"/>
                </a:lnTo>
                <a:cubicBezTo>
                  <a:pt x="181708" y="251991"/>
                  <a:pt x="192459" y="251991"/>
                  <a:pt x="201150" y="246967"/>
                </a:cubicBezTo>
                <a:lnTo>
                  <a:pt x="243400" y="222551"/>
                </a:lnTo>
                <a:cubicBezTo>
                  <a:pt x="252091" y="217528"/>
                  <a:pt x="257466" y="208234"/>
                  <a:pt x="257466" y="198186"/>
                </a:cubicBezTo>
                <a:lnTo>
                  <a:pt x="257466" y="149305"/>
                </a:lnTo>
                <a:cubicBezTo>
                  <a:pt x="257466" y="139258"/>
                  <a:pt x="252091" y="129964"/>
                  <a:pt x="243400" y="124940"/>
                </a:cubicBezTo>
                <a:lnTo>
                  <a:pt x="199040" y="99319"/>
                </a:lnTo>
                <a:lnTo>
                  <a:pt x="199040" y="48127"/>
                </a:lnTo>
                <a:cubicBezTo>
                  <a:pt x="199040" y="38080"/>
                  <a:pt x="193665" y="28786"/>
                  <a:pt x="184974" y="23762"/>
                </a:cubicBezTo>
                <a:lnTo>
                  <a:pt x="142674" y="-653"/>
                </a:lnTo>
                <a:close/>
                <a:moveTo>
                  <a:pt x="116551" y="146994"/>
                </a:moveTo>
                <a:lnTo>
                  <a:pt x="116551" y="200497"/>
                </a:lnTo>
                <a:lnTo>
                  <a:pt x="72191" y="226118"/>
                </a:lnTo>
                <a:cubicBezTo>
                  <a:pt x="71588" y="226470"/>
                  <a:pt x="70885" y="226671"/>
                  <a:pt x="70182" y="226671"/>
                </a:cubicBezTo>
                <a:lnTo>
                  <a:pt x="70182" y="173771"/>
                </a:lnTo>
                <a:lnTo>
                  <a:pt x="116551" y="146994"/>
                </a:lnTo>
                <a:close/>
                <a:moveTo>
                  <a:pt x="232800" y="147296"/>
                </a:moveTo>
                <a:cubicBezTo>
                  <a:pt x="233152" y="147899"/>
                  <a:pt x="233352" y="148602"/>
                  <a:pt x="233352" y="149305"/>
                </a:cubicBezTo>
                <a:lnTo>
                  <a:pt x="233352" y="198186"/>
                </a:lnTo>
                <a:cubicBezTo>
                  <a:pt x="233352" y="199643"/>
                  <a:pt x="232599" y="200949"/>
                  <a:pt x="231343" y="201653"/>
                </a:cubicBezTo>
                <a:lnTo>
                  <a:pt x="188993" y="226068"/>
                </a:lnTo>
                <a:cubicBezTo>
                  <a:pt x="188390" y="226420"/>
                  <a:pt x="187687" y="226621"/>
                  <a:pt x="186983" y="226621"/>
                </a:cubicBezTo>
                <a:lnTo>
                  <a:pt x="186983" y="173721"/>
                </a:lnTo>
                <a:lnTo>
                  <a:pt x="232800" y="147296"/>
                </a:lnTo>
                <a:close/>
                <a:moveTo>
                  <a:pt x="174977" y="48127"/>
                </a:moveTo>
                <a:lnTo>
                  <a:pt x="174977" y="99319"/>
                </a:lnTo>
                <a:lnTo>
                  <a:pt x="128608" y="126096"/>
                </a:lnTo>
                <a:lnTo>
                  <a:pt x="128608" y="72593"/>
                </a:lnTo>
                <a:lnTo>
                  <a:pt x="174424" y="46168"/>
                </a:lnTo>
                <a:cubicBezTo>
                  <a:pt x="174776" y="46771"/>
                  <a:pt x="174977" y="47474"/>
                  <a:pt x="174977" y="48178"/>
                </a:cubicBez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036550" y="1419824"/>
            <a:ext cx="1577586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36550" y="1694079"/>
            <a:ext cx="154329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&amp; Extensible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50643" y="2037141"/>
            <a:ext cx="5384371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 independent layers</a:t>
            </a: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clear interfaces enable easy updates and custom module development.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67791" y="262016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590711" y="2585867"/>
            <a:ext cx="177478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Hot-swappable components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67791" y="289452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590711" y="2860230"/>
            <a:ext cx="192911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Plugin SDK for custom modules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67791" y="31688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590711" y="3134592"/>
            <a:ext cx="114889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vendor lock-in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49813" y="3879128"/>
            <a:ext cx="5672452" cy="2517279"/>
          </a:xfrm>
          <a:custGeom>
            <a:avLst/>
            <a:gdLst/>
            <a:ahLst/>
            <a:cxnLst/>
            <a:rect l="l" t="t" r="r" b="b"/>
            <a:pathLst>
              <a:path w="5672452" h="2517279">
                <a:moveTo>
                  <a:pt x="68596" y="0"/>
                </a:moveTo>
                <a:lnTo>
                  <a:pt x="5603856" y="0"/>
                </a:lnTo>
                <a:cubicBezTo>
                  <a:pt x="5641741" y="0"/>
                  <a:pt x="5672452" y="30711"/>
                  <a:pt x="5672452" y="68596"/>
                </a:cubicBezTo>
                <a:lnTo>
                  <a:pt x="5672452" y="2448683"/>
                </a:lnTo>
                <a:cubicBezTo>
                  <a:pt x="5672452" y="2486568"/>
                  <a:pt x="5641741" y="2517279"/>
                  <a:pt x="5603856" y="2517279"/>
                </a:cubicBezTo>
                <a:lnTo>
                  <a:pt x="68596" y="2517279"/>
                </a:lnTo>
                <a:cubicBezTo>
                  <a:pt x="30711" y="2517279"/>
                  <a:pt x="0" y="2486568"/>
                  <a:pt x="0" y="2448683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5000"/>
                </a:srgbClr>
              </a:gs>
              <a:gs pos="100000">
                <a:srgbClr val="00B2D4">
                  <a:alpha val="5000"/>
                </a:srgbClr>
              </a:gs>
            </a:gsLst>
            <a:lin ang="2700000" scaled="1"/>
          </a:gradFill>
          <a:ln w="20320">
            <a:solidFill>
              <a:srgbClr val="00B2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528149" y="4057461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/>
              </a:gs>
              <a:gs pos="100000">
                <a:srgbClr val="00B2D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92123" y="4203216"/>
            <a:ext cx="225063" cy="257215"/>
          </a:xfrm>
          <a:custGeom>
            <a:avLst/>
            <a:gdLst/>
            <a:ahLst/>
            <a:cxnLst/>
            <a:rect l="l" t="t" r="r" b="b"/>
            <a:pathLst>
              <a:path w="225063" h="257215">
                <a:moveTo>
                  <a:pt x="84399" y="16076"/>
                </a:moveTo>
                <a:lnTo>
                  <a:pt x="12057" y="16076"/>
                </a:lnTo>
                <a:cubicBezTo>
                  <a:pt x="5375" y="16076"/>
                  <a:pt x="0" y="21451"/>
                  <a:pt x="0" y="28133"/>
                </a:cubicBezTo>
                <a:lnTo>
                  <a:pt x="0" y="100475"/>
                </a:lnTo>
                <a:cubicBezTo>
                  <a:pt x="0" y="105348"/>
                  <a:pt x="2914" y="109769"/>
                  <a:pt x="7435" y="111627"/>
                </a:cubicBezTo>
                <a:cubicBezTo>
                  <a:pt x="11956" y="113486"/>
                  <a:pt x="17131" y="112431"/>
                  <a:pt x="20597" y="109015"/>
                </a:cubicBezTo>
                <a:lnTo>
                  <a:pt x="40692" y="88920"/>
                </a:lnTo>
                <a:lnTo>
                  <a:pt x="80380" y="128608"/>
                </a:lnTo>
                <a:lnTo>
                  <a:pt x="40692" y="168295"/>
                </a:lnTo>
                <a:lnTo>
                  <a:pt x="20597" y="148200"/>
                </a:lnTo>
                <a:cubicBezTo>
                  <a:pt x="17131" y="144734"/>
                  <a:pt x="11956" y="143729"/>
                  <a:pt x="7435" y="145588"/>
                </a:cubicBezTo>
                <a:cubicBezTo>
                  <a:pt x="2914" y="147447"/>
                  <a:pt x="0" y="151867"/>
                  <a:pt x="0" y="156741"/>
                </a:cubicBezTo>
                <a:lnTo>
                  <a:pt x="0" y="229082"/>
                </a:lnTo>
                <a:cubicBezTo>
                  <a:pt x="0" y="235764"/>
                  <a:pt x="5375" y="241139"/>
                  <a:pt x="12057" y="241139"/>
                </a:cubicBezTo>
                <a:lnTo>
                  <a:pt x="84399" y="241139"/>
                </a:lnTo>
                <a:cubicBezTo>
                  <a:pt x="89272" y="241139"/>
                  <a:pt x="93693" y="238225"/>
                  <a:pt x="95551" y="233704"/>
                </a:cubicBezTo>
                <a:cubicBezTo>
                  <a:pt x="97410" y="229183"/>
                  <a:pt x="96405" y="224008"/>
                  <a:pt x="92939" y="220542"/>
                </a:cubicBezTo>
                <a:lnTo>
                  <a:pt x="72844" y="200447"/>
                </a:lnTo>
                <a:lnTo>
                  <a:pt x="112532" y="160759"/>
                </a:lnTo>
                <a:lnTo>
                  <a:pt x="152219" y="200447"/>
                </a:lnTo>
                <a:lnTo>
                  <a:pt x="132124" y="220542"/>
                </a:lnTo>
                <a:cubicBezTo>
                  <a:pt x="128658" y="224008"/>
                  <a:pt x="127653" y="229183"/>
                  <a:pt x="129512" y="233704"/>
                </a:cubicBezTo>
                <a:cubicBezTo>
                  <a:pt x="131371" y="238225"/>
                  <a:pt x="135792" y="241139"/>
                  <a:pt x="140665" y="241139"/>
                </a:cubicBezTo>
                <a:lnTo>
                  <a:pt x="213006" y="241139"/>
                </a:lnTo>
                <a:cubicBezTo>
                  <a:pt x="219688" y="241139"/>
                  <a:pt x="225063" y="235764"/>
                  <a:pt x="225063" y="229082"/>
                </a:cubicBezTo>
                <a:lnTo>
                  <a:pt x="225063" y="156741"/>
                </a:lnTo>
                <a:cubicBezTo>
                  <a:pt x="225063" y="151867"/>
                  <a:pt x="222150" y="147447"/>
                  <a:pt x="217628" y="145588"/>
                </a:cubicBezTo>
                <a:cubicBezTo>
                  <a:pt x="213107" y="143729"/>
                  <a:pt x="207932" y="144734"/>
                  <a:pt x="204466" y="148200"/>
                </a:cubicBezTo>
                <a:lnTo>
                  <a:pt x="184371" y="168295"/>
                </a:lnTo>
                <a:lnTo>
                  <a:pt x="144684" y="128608"/>
                </a:lnTo>
                <a:lnTo>
                  <a:pt x="184371" y="88920"/>
                </a:lnTo>
                <a:lnTo>
                  <a:pt x="204466" y="109015"/>
                </a:lnTo>
                <a:cubicBezTo>
                  <a:pt x="207932" y="112481"/>
                  <a:pt x="213107" y="113486"/>
                  <a:pt x="217628" y="111627"/>
                </a:cubicBezTo>
                <a:cubicBezTo>
                  <a:pt x="222150" y="109769"/>
                  <a:pt x="225063" y="105348"/>
                  <a:pt x="225063" y="100475"/>
                </a:cubicBezTo>
                <a:lnTo>
                  <a:pt x="225063" y="28133"/>
                </a:lnTo>
                <a:cubicBezTo>
                  <a:pt x="225063" y="21451"/>
                  <a:pt x="219688" y="16076"/>
                  <a:pt x="213006" y="16076"/>
                </a:cubicBezTo>
                <a:lnTo>
                  <a:pt x="140665" y="16076"/>
                </a:lnTo>
                <a:cubicBezTo>
                  <a:pt x="135792" y="16076"/>
                  <a:pt x="131371" y="18990"/>
                  <a:pt x="129512" y="23511"/>
                </a:cubicBezTo>
                <a:cubicBezTo>
                  <a:pt x="127653" y="28032"/>
                  <a:pt x="128708" y="33207"/>
                  <a:pt x="132124" y="36673"/>
                </a:cubicBezTo>
                <a:lnTo>
                  <a:pt x="152219" y="56768"/>
                </a:lnTo>
                <a:lnTo>
                  <a:pt x="112532" y="96456"/>
                </a:lnTo>
                <a:lnTo>
                  <a:pt x="72844" y="56768"/>
                </a:lnTo>
                <a:lnTo>
                  <a:pt x="92939" y="36673"/>
                </a:lnTo>
                <a:cubicBezTo>
                  <a:pt x="96405" y="33207"/>
                  <a:pt x="97410" y="28032"/>
                  <a:pt x="95551" y="23511"/>
                </a:cubicBezTo>
                <a:cubicBezTo>
                  <a:pt x="93693" y="18990"/>
                  <a:pt x="89272" y="16076"/>
                  <a:pt x="84399" y="1607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1214056" y="4091756"/>
            <a:ext cx="2083443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 Scalability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214056" y="4366010"/>
            <a:ext cx="204914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Single User to Enterprise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28149" y="4709073"/>
            <a:ext cx="5384371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</a:t>
            </a:r>
            <a:r>
              <a:rPr lang="en-US" sz="1080" b="1" dirty="0">
                <a:solidFill>
                  <a:srgbClr val="00B2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scaling</a:t>
            </a: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multi-threading, background processing, and efficient resource utilization.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5296" y="529209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768216" y="5257798"/>
            <a:ext cx="200627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 samples/day per instance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5296" y="5566457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68216" y="5532161"/>
            <a:ext cx="171476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Multi-threaded architecture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5296" y="584081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768216" y="5806524"/>
            <a:ext cx="214346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management for peak loads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72307" y="3879128"/>
            <a:ext cx="5672452" cy="2517279"/>
          </a:xfrm>
          <a:custGeom>
            <a:avLst/>
            <a:gdLst/>
            <a:ahLst/>
            <a:cxnLst/>
            <a:rect l="l" t="t" r="r" b="b"/>
            <a:pathLst>
              <a:path w="5672452" h="2517279">
                <a:moveTo>
                  <a:pt x="68596" y="0"/>
                </a:moveTo>
                <a:lnTo>
                  <a:pt x="5603856" y="0"/>
                </a:lnTo>
                <a:cubicBezTo>
                  <a:pt x="5641741" y="0"/>
                  <a:pt x="5672452" y="30711"/>
                  <a:pt x="5672452" y="68596"/>
                </a:cubicBezTo>
                <a:lnTo>
                  <a:pt x="5672452" y="2448683"/>
                </a:lnTo>
                <a:cubicBezTo>
                  <a:pt x="5672452" y="2486568"/>
                  <a:pt x="5641741" y="2517279"/>
                  <a:pt x="5603856" y="2517279"/>
                </a:cubicBezTo>
                <a:lnTo>
                  <a:pt x="68596" y="2517279"/>
                </a:lnTo>
                <a:cubicBezTo>
                  <a:pt x="30711" y="2517279"/>
                  <a:pt x="0" y="2486568"/>
                  <a:pt x="0" y="2448683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>
                  <a:alpha val="25000"/>
                </a:srgbClr>
              </a:gs>
              <a:gs pos="100000">
                <a:srgbClr val="5F677D">
                  <a:alpha val="5000"/>
                </a:srgbClr>
              </a:gs>
            </a:gsLst>
            <a:lin ang="2700000" scaled="1"/>
          </a:gradFill>
          <a:ln w="20320">
            <a:solidFill>
              <a:srgbClr val="5F6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6350643" y="4057461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77D"/>
              </a:gs>
              <a:gs pos="100000">
                <a:srgbClr val="5F677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6498542" y="4203216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60285" y="28133"/>
                </a:moveTo>
                <a:cubicBezTo>
                  <a:pt x="60285" y="12610"/>
                  <a:pt x="72894" y="0"/>
                  <a:pt x="88418" y="0"/>
                </a:cubicBezTo>
                <a:lnTo>
                  <a:pt x="100475" y="0"/>
                </a:lnTo>
                <a:cubicBezTo>
                  <a:pt x="109367" y="0"/>
                  <a:pt x="116551" y="7184"/>
                  <a:pt x="116551" y="16076"/>
                </a:cubicBezTo>
                <a:lnTo>
                  <a:pt x="116551" y="241139"/>
                </a:lnTo>
                <a:cubicBezTo>
                  <a:pt x="116551" y="250031"/>
                  <a:pt x="109367" y="257215"/>
                  <a:pt x="100475" y="257215"/>
                </a:cubicBezTo>
                <a:lnTo>
                  <a:pt x="84399" y="257215"/>
                </a:lnTo>
                <a:cubicBezTo>
                  <a:pt x="69428" y="257215"/>
                  <a:pt x="56818" y="246967"/>
                  <a:pt x="53252" y="233101"/>
                </a:cubicBezTo>
                <a:cubicBezTo>
                  <a:pt x="52900" y="233101"/>
                  <a:pt x="52598" y="233101"/>
                  <a:pt x="52247" y="233101"/>
                </a:cubicBezTo>
                <a:cubicBezTo>
                  <a:pt x="30042" y="233101"/>
                  <a:pt x="12057" y="215116"/>
                  <a:pt x="12057" y="192911"/>
                </a:cubicBezTo>
                <a:cubicBezTo>
                  <a:pt x="12057" y="183869"/>
                  <a:pt x="15071" y="175529"/>
                  <a:pt x="20095" y="168797"/>
                </a:cubicBezTo>
                <a:cubicBezTo>
                  <a:pt x="10349" y="161463"/>
                  <a:pt x="4019" y="149808"/>
                  <a:pt x="4019" y="136646"/>
                </a:cubicBezTo>
                <a:cubicBezTo>
                  <a:pt x="4019" y="121122"/>
                  <a:pt x="12861" y="107608"/>
                  <a:pt x="25722" y="100927"/>
                </a:cubicBezTo>
                <a:cubicBezTo>
                  <a:pt x="22155" y="94898"/>
                  <a:pt x="20095" y="87865"/>
                  <a:pt x="20095" y="80380"/>
                </a:cubicBezTo>
                <a:cubicBezTo>
                  <a:pt x="20095" y="58175"/>
                  <a:pt x="38080" y="40190"/>
                  <a:pt x="60285" y="40190"/>
                </a:cubicBezTo>
                <a:lnTo>
                  <a:pt x="60285" y="28133"/>
                </a:lnTo>
                <a:close/>
                <a:moveTo>
                  <a:pt x="196930" y="28133"/>
                </a:moveTo>
                <a:lnTo>
                  <a:pt x="196930" y="40190"/>
                </a:lnTo>
                <a:cubicBezTo>
                  <a:pt x="219135" y="40190"/>
                  <a:pt x="237120" y="58175"/>
                  <a:pt x="237120" y="80380"/>
                </a:cubicBezTo>
                <a:cubicBezTo>
                  <a:pt x="237120" y="87915"/>
                  <a:pt x="235061" y="94949"/>
                  <a:pt x="231494" y="100927"/>
                </a:cubicBezTo>
                <a:cubicBezTo>
                  <a:pt x="244405" y="107608"/>
                  <a:pt x="253196" y="121072"/>
                  <a:pt x="253196" y="136646"/>
                </a:cubicBezTo>
                <a:cubicBezTo>
                  <a:pt x="253196" y="149808"/>
                  <a:pt x="246866" y="161463"/>
                  <a:pt x="237120" y="168797"/>
                </a:cubicBezTo>
                <a:cubicBezTo>
                  <a:pt x="242144" y="175529"/>
                  <a:pt x="245158" y="183869"/>
                  <a:pt x="245158" y="192911"/>
                </a:cubicBezTo>
                <a:cubicBezTo>
                  <a:pt x="245158" y="215116"/>
                  <a:pt x="227173" y="233101"/>
                  <a:pt x="204968" y="233101"/>
                </a:cubicBezTo>
                <a:cubicBezTo>
                  <a:pt x="204617" y="233101"/>
                  <a:pt x="204315" y="233101"/>
                  <a:pt x="203964" y="233101"/>
                </a:cubicBezTo>
                <a:cubicBezTo>
                  <a:pt x="200397" y="246967"/>
                  <a:pt x="187787" y="257215"/>
                  <a:pt x="172816" y="257215"/>
                </a:cubicBezTo>
                <a:lnTo>
                  <a:pt x="156741" y="257215"/>
                </a:lnTo>
                <a:cubicBezTo>
                  <a:pt x="147848" y="257215"/>
                  <a:pt x="140665" y="250031"/>
                  <a:pt x="140665" y="241139"/>
                </a:cubicBezTo>
                <a:lnTo>
                  <a:pt x="140665" y="16076"/>
                </a:lnTo>
                <a:cubicBezTo>
                  <a:pt x="140665" y="7184"/>
                  <a:pt x="147848" y="0"/>
                  <a:pt x="156741" y="0"/>
                </a:cubicBezTo>
                <a:lnTo>
                  <a:pt x="168797" y="0"/>
                </a:lnTo>
                <a:cubicBezTo>
                  <a:pt x="184321" y="0"/>
                  <a:pt x="196930" y="12610"/>
                  <a:pt x="196930" y="28133"/>
                </a:cubicBezTo>
                <a:close/>
              </a:path>
            </a:pathLst>
          </a:custGeom>
          <a:solidFill>
            <a:srgbClr val="E0E2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7036550" y="4091756"/>
            <a:ext cx="222062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Intelligent Automation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036550" y="4366010"/>
            <a:ext cx="218632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Analyst Workload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50643" y="4709073"/>
            <a:ext cx="5384371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b="1" dirty="0">
                <a:solidFill>
                  <a:srgbClr val="5F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analysis workflows</a:t>
            </a:r>
            <a:r>
              <a:rPr lang="en-US" sz="1080" dirty="0">
                <a:solidFill>
                  <a:srgbClr val="E0E2E8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intelligent prioritization let analysts focus on complex threats.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67791" y="529209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6590711" y="5257798"/>
            <a:ext cx="157758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threat scoring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67791" y="5566457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6590711" y="5532161"/>
            <a:ext cx="212631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Priority-based queue management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367791" y="584081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5F6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6590711" y="5806524"/>
            <a:ext cx="178335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reporting &amp; visualization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46383" y="6513435"/>
            <a:ext cx="11504378" cy="761357"/>
          </a:xfrm>
          <a:custGeom>
            <a:avLst/>
            <a:gdLst/>
            <a:ahLst/>
            <a:cxnLst/>
            <a:rect l="l" t="t" r="r" b="b"/>
            <a:pathLst>
              <a:path w="11504378" h="761357">
                <a:moveTo>
                  <a:pt x="68591" y="0"/>
                </a:moveTo>
                <a:lnTo>
                  <a:pt x="11435787" y="0"/>
                </a:lnTo>
                <a:cubicBezTo>
                  <a:pt x="11473669" y="0"/>
                  <a:pt x="11504378" y="30709"/>
                  <a:pt x="11504378" y="68591"/>
                </a:cubicBezTo>
                <a:lnTo>
                  <a:pt x="11504378" y="692766"/>
                </a:lnTo>
                <a:cubicBezTo>
                  <a:pt x="11504378" y="730648"/>
                  <a:pt x="11473669" y="761357"/>
                  <a:pt x="11435787" y="761357"/>
                </a:cubicBezTo>
                <a:lnTo>
                  <a:pt x="68591" y="761357"/>
                </a:lnTo>
                <a:cubicBezTo>
                  <a:pt x="30709" y="761357"/>
                  <a:pt x="0" y="730648"/>
                  <a:pt x="0" y="692766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2D4">
                  <a:alpha val="20000"/>
                </a:srgbClr>
              </a:gs>
              <a:gs pos="50000">
                <a:srgbClr val="5F677D">
                  <a:alpha val="15000"/>
                </a:srgbClr>
              </a:gs>
              <a:gs pos="100000">
                <a:srgbClr val="00B2D4">
                  <a:alpha val="20000"/>
                </a:srgbClr>
              </a:gs>
            </a:gsLst>
            <a:lin ang="0" scaled="1"/>
          </a:gradFill>
          <a:ln w="10160">
            <a:solidFill>
              <a:srgbClr val="00B2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521289" y="6765505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32152" y="32152"/>
                </a:moveTo>
                <a:cubicBezTo>
                  <a:pt x="32152" y="23260"/>
                  <a:pt x="24968" y="16076"/>
                  <a:pt x="16076" y="16076"/>
                </a:cubicBezTo>
                <a:cubicBezTo>
                  <a:pt x="7184" y="16076"/>
                  <a:pt x="0" y="23260"/>
                  <a:pt x="0" y="32152"/>
                </a:cubicBezTo>
                <a:lnTo>
                  <a:pt x="0" y="200949"/>
                </a:lnTo>
                <a:cubicBezTo>
                  <a:pt x="0" y="223154"/>
                  <a:pt x="17985" y="241139"/>
                  <a:pt x="40190" y="241139"/>
                </a:cubicBezTo>
                <a:lnTo>
                  <a:pt x="241139" y="241139"/>
                </a:lnTo>
                <a:cubicBezTo>
                  <a:pt x="250031" y="241139"/>
                  <a:pt x="257215" y="233955"/>
                  <a:pt x="257215" y="225063"/>
                </a:cubicBezTo>
                <a:cubicBezTo>
                  <a:pt x="257215" y="216171"/>
                  <a:pt x="250031" y="208987"/>
                  <a:pt x="241139" y="208987"/>
                </a:cubicBezTo>
                <a:lnTo>
                  <a:pt x="40190" y="208987"/>
                </a:lnTo>
                <a:cubicBezTo>
                  <a:pt x="35769" y="208987"/>
                  <a:pt x="32152" y="205370"/>
                  <a:pt x="32152" y="200949"/>
                </a:cubicBezTo>
                <a:lnTo>
                  <a:pt x="32152" y="32152"/>
                </a:lnTo>
                <a:close/>
                <a:moveTo>
                  <a:pt x="236417" y="75657"/>
                </a:moveTo>
                <a:cubicBezTo>
                  <a:pt x="242697" y="69378"/>
                  <a:pt x="242697" y="59180"/>
                  <a:pt x="236417" y="52900"/>
                </a:cubicBezTo>
                <a:cubicBezTo>
                  <a:pt x="230137" y="46620"/>
                  <a:pt x="219939" y="46620"/>
                  <a:pt x="213659" y="52900"/>
                </a:cubicBezTo>
                <a:lnTo>
                  <a:pt x="160759" y="105850"/>
                </a:lnTo>
                <a:lnTo>
                  <a:pt x="131923" y="77064"/>
                </a:lnTo>
                <a:cubicBezTo>
                  <a:pt x="125644" y="70784"/>
                  <a:pt x="115445" y="70784"/>
                  <a:pt x="109166" y="77064"/>
                </a:cubicBezTo>
                <a:lnTo>
                  <a:pt x="60938" y="125292"/>
                </a:lnTo>
                <a:cubicBezTo>
                  <a:pt x="54658" y="131572"/>
                  <a:pt x="54658" y="141770"/>
                  <a:pt x="60938" y="148049"/>
                </a:cubicBezTo>
                <a:cubicBezTo>
                  <a:pt x="67218" y="154329"/>
                  <a:pt x="77416" y="154329"/>
                  <a:pt x="83695" y="148049"/>
                </a:cubicBezTo>
                <a:lnTo>
                  <a:pt x="120570" y="111175"/>
                </a:lnTo>
                <a:lnTo>
                  <a:pt x="149406" y="140011"/>
                </a:lnTo>
                <a:cubicBezTo>
                  <a:pt x="155686" y="146291"/>
                  <a:pt x="165884" y="146291"/>
                  <a:pt x="172163" y="140011"/>
                </a:cubicBezTo>
                <a:lnTo>
                  <a:pt x="236467" y="75708"/>
                </a:lnTo>
                <a:close/>
              </a:path>
            </a:pathLst>
          </a:custGeom>
          <a:solidFill>
            <a:srgbClr val="00B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945695" y="6671192"/>
            <a:ext cx="2846515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Measurable Impact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45695" y="6911260"/>
            <a:ext cx="282936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Quantifiable improvements to security posture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017965" y="6654045"/>
            <a:ext cx="891679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99.2%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9052260" y="6962703"/>
            <a:ext cx="82308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Rate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987666" y="6654045"/>
            <a:ext cx="900253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5F67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75%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021961" y="6962703"/>
            <a:ext cx="83166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Analysis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0961869" y="6654045"/>
            <a:ext cx="805941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00B2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60%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0996164" y="6962703"/>
            <a:ext cx="7373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Savings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1893</Words>
  <Application>Microsoft Office PowerPoint</Application>
  <PresentationFormat>Widescreen</PresentationFormat>
  <Paragraphs>400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Hedvig Letters 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AI-CERBERUS Architecture</dc:title>
  <dc:subject>AI-CERBERUS Architecture</dc:subject>
  <dc:creator>Kimi</dc:creator>
  <cp:lastModifiedBy>Chanaka Nanayakkara</cp:lastModifiedBy>
  <cp:revision>1</cp:revision>
  <dcterms:created xsi:type="dcterms:W3CDTF">2026-01-16T14:03:21Z</dcterms:created>
  <dcterms:modified xsi:type="dcterms:W3CDTF">2026-01-16T14:04:03Z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{"Label":"AI-CERBERUS Architecture","ContentProducer":"001191110108MACG2KBH8F10000","ProduceID":"19bc71a9-7ad2-8547-8000-00008cedbadb","ReservedCode1":"","ContentPropagator":"001191110108MACG2KBH8F20000","PropagateID":"19bc71a9-7ad2-8547-8000-00008cedbadb","ReservedCode2":""}</vt:lpwstr>
  </property>
</Properties>
</file>